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69" r:id="rId2"/>
    <p:sldId id="264" r:id="rId3"/>
    <p:sldId id="260" r:id="rId4"/>
    <p:sldId id="265" r:id="rId5"/>
    <p:sldId id="257" r:id="rId6"/>
    <p:sldId id="258" r:id="rId7"/>
    <p:sldId id="266" r:id="rId8"/>
    <p:sldId id="261" r:id="rId9"/>
    <p:sldId id="262" r:id="rId10"/>
    <p:sldId id="259" r:id="rId11"/>
    <p:sldId id="270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6277" autoAdjust="0"/>
  </p:normalViewPr>
  <p:slideViewPr>
    <p:cSldViewPr snapToGrid="0">
      <p:cViewPr varScale="1">
        <p:scale>
          <a:sx n="75" d="100"/>
          <a:sy n="75" d="100"/>
        </p:scale>
        <p:origin x="58" y="2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shnu t n" userId="66b856bd7692f997" providerId="LiveId" clId="{D72377B2-DFD9-481B-9DC0-E57CF795A8EF}"/>
    <pc:docChg chg="addSld modSld">
      <pc:chgData name="vishnu t n" userId="66b856bd7692f997" providerId="LiveId" clId="{D72377B2-DFD9-481B-9DC0-E57CF795A8EF}" dt="2026-07-10T13:35:38.165" v="15" actId="14100"/>
      <pc:docMkLst>
        <pc:docMk/>
      </pc:docMkLst>
      <pc:sldChg chg="modNotesTx">
        <pc:chgData name="vishnu t n" userId="66b856bd7692f997" providerId="LiveId" clId="{D72377B2-DFD9-481B-9DC0-E57CF795A8EF}" dt="2026-07-10T13:32:06.163" v="2" actId="6549"/>
        <pc:sldMkLst>
          <pc:docMk/>
          <pc:sldMk cId="1404924809" sldId="257"/>
        </pc:sldMkLst>
      </pc:sldChg>
      <pc:sldChg chg="modNotesTx">
        <pc:chgData name="vishnu t n" userId="66b856bd7692f997" providerId="LiveId" clId="{D72377B2-DFD9-481B-9DC0-E57CF795A8EF}" dt="2026-07-10T13:31:51.858" v="1" actId="6549"/>
        <pc:sldMkLst>
          <pc:docMk/>
          <pc:sldMk cId="1802033374" sldId="259"/>
        </pc:sldMkLst>
      </pc:sldChg>
      <pc:sldChg chg="modNotesTx">
        <pc:chgData name="vishnu t n" userId="66b856bd7692f997" providerId="LiveId" clId="{D72377B2-DFD9-481B-9DC0-E57CF795A8EF}" dt="2026-07-10T13:31:47.034" v="0" actId="6549"/>
        <pc:sldMkLst>
          <pc:docMk/>
          <pc:sldMk cId="1573598802" sldId="267"/>
        </pc:sldMkLst>
      </pc:sldChg>
      <pc:sldChg chg="addSp delSp modSp new mod">
        <pc:chgData name="vishnu t n" userId="66b856bd7692f997" providerId="LiveId" clId="{D72377B2-DFD9-481B-9DC0-E57CF795A8EF}" dt="2026-07-10T13:35:38.165" v="15" actId="14100"/>
        <pc:sldMkLst>
          <pc:docMk/>
          <pc:sldMk cId="3195618616" sldId="270"/>
        </pc:sldMkLst>
        <pc:spChg chg="mod">
          <ac:chgData name="vishnu t n" userId="66b856bd7692f997" providerId="LiveId" clId="{D72377B2-DFD9-481B-9DC0-E57CF795A8EF}" dt="2026-07-10T13:34:22.488" v="9" actId="20577"/>
          <ac:spMkLst>
            <pc:docMk/>
            <pc:sldMk cId="3195618616" sldId="270"/>
            <ac:spMk id="2" creationId="{414310E5-8EFB-D4CD-B56C-754DCEFDEF19}"/>
          </ac:spMkLst>
        </pc:spChg>
        <pc:spChg chg="del">
          <ac:chgData name="vishnu t n" userId="66b856bd7692f997" providerId="LiveId" clId="{D72377B2-DFD9-481B-9DC0-E57CF795A8EF}" dt="2026-07-10T13:35:12.036" v="11"/>
          <ac:spMkLst>
            <pc:docMk/>
            <pc:sldMk cId="3195618616" sldId="270"/>
            <ac:spMk id="3" creationId="{AD3B7CC4-6268-1B4C-9772-7C11B22ED42E}"/>
          </ac:spMkLst>
        </pc:spChg>
        <pc:picChg chg="add mod ord">
          <ac:chgData name="vishnu t n" userId="66b856bd7692f997" providerId="LiveId" clId="{D72377B2-DFD9-481B-9DC0-E57CF795A8EF}" dt="2026-07-10T13:35:38.165" v="15" actId="14100"/>
          <ac:picMkLst>
            <pc:docMk/>
            <pc:sldMk cId="3195618616" sldId="270"/>
            <ac:picMk id="5" creationId="{9838DD6F-D124-D03C-0121-D4402A4F4056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76EF6-F014-4339-8FC8-5E22FA584E08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924E07-1A67-4627-9450-F7BC9D2AF13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922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24E07-1A67-4627-9450-F7BC9D2AF138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860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24E07-1A67-4627-9450-F7BC9D2AF138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65620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24E07-1A67-4627-9450-F7BC9D2AF138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47763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1F54D-5FAE-1A55-7B7C-A01152644A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3DC557-E961-15E1-8B0B-A569533A1A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8AD87C-FDC2-45AC-82B0-EC88B88CA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69840-0596-4BC3-BBEB-8DB427DEA8CE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C48109-951B-5E6A-8C73-8A9D43835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E82F09-7A5B-CD88-2527-8D50215F5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6CB58-B7A9-44D0-9669-A2C0B48D24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5335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4173F-4398-320C-6EA6-E05F1A4F9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4E0FB-1CE7-2970-96F2-C809325D64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8BC75-E939-3C94-2820-D90C4F641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69840-0596-4BC3-BBEB-8DB427DEA8CE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BD9248-E946-426E-CD92-E572E3B45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83E385-883A-AD1B-902E-0C8346933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6CB58-B7A9-44D0-9669-A2C0B48D24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0282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29F14-9323-FC5B-B679-323FDD8AA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885A05-2872-523E-4935-1092F68DD6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5A055-2EAB-074D-4D37-1B6499455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69840-0596-4BC3-BBEB-8DB427DEA8CE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950383-0CBD-ABAC-A393-83E9C1A95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C694F-C374-D142-B860-C8FD30121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6CB58-B7A9-44D0-9669-A2C0B48D24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0859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EF9B9-276F-7D2F-2665-1A4EED332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D5EA97-38D9-62F8-5D3F-DC8E75E82C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2F5D48-AE5B-5C50-C5A6-FF43DF9637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4C50E8-EEFB-92CE-9697-0DD21447C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69840-0596-4BC3-BBEB-8DB427DEA8CE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60C7A1-FE78-6496-B60E-9CED2AC0B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53EC17-5C34-9E5B-E38E-D7C8B15B3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6CB58-B7A9-44D0-9669-A2C0B48D24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88396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F233F-C6AC-A892-33E8-11A150AC3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427D1E-B7A0-CA58-06AE-4569FF994D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34CAA6-C4D0-267C-D489-8E444157B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4A6499-B12C-7DE1-609F-67461D1706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E1895F-8526-3011-2995-16C0C485D7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939200-8F5D-1019-E2FF-24BD2343B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69840-0596-4BC3-BBEB-8DB427DEA8CE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3A45D0-399A-D52B-C14E-638565180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6E1A8B0-0358-4D1E-4050-1FBA1128C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6CB58-B7A9-44D0-9669-A2C0B48D24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7453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A5B09-FA93-BE17-553C-EAE913BB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EFCEB-4B3E-D7E8-0AAD-9DC19B2E8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69840-0596-4BC3-BBEB-8DB427DEA8CE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A78198-049A-5C9D-4014-FFE09FD20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3DAEC6-E138-D604-2D87-E98A83A60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6CB58-B7A9-44D0-9669-A2C0B48D24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3542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37A1D4-F3FE-43D1-9E4F-AD8EECEA6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69840-0596-4BC3-BBEB-8DB427DEA8CE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00C4D7-C5F5-BB80-85FD-07B08AED8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B73EC-AC61-5259-5194-CCEE9BDDE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6CB58-B7A9-44D0-9669-A2C0B48D24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056081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F079A-79AD-AB50-E1DD-DD9D38E40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22FB1-D87C-4C6E-210C-77D4D0B99C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B59D13-4263-E486-C99A-2A0B369782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224390-A2D6-B796-28AC-8A76E8FB5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69840-0596-4BC3-BBEB-8DB427DEA8CE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6DABC0-7F36-1FFB-524A-39B9958DF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C9C8F1-DE3B-7744-BD29-0907CC943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6CB58-B7A9-44D0-9669-A2C0B48D24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13973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0AD70-D8E6-9770-25ED-69689136C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0142AF-4020-E4B9-E2A2-C918B0FEC3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FB272-8D6B-7106-27A1-A4AFD78F27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64E83E-8DEF-735B-572C-1B49FF791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69840-0596-4BC3-BBEB-8DB427DEA8CE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34CF4C-7A0A-0E49-80CE-D8AE48CD0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3E6A9A-57F8-26E6-8C63-2D4416375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6CB58-B7A9-44D0-9669-A2C0B48D24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07851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06BE0-EBD3-195C-5727-936E79A0A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55EA89-5976-EC4E-EDDE-B69141BB50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008DB2-FBC6-B477-DD10-D6CDD1128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69840-0596-4BC3-BBEB-8DB427DEA8CE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D719F4-5E39-4176-4E0B-7D3F93BEC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528F3-C5F1-D323-ADCF-4EE148569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6CB58-B7A9-44D0-9669-A2C0B48D24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0542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E208A0-2BA1-8CE7-8DF2-AE41DC08C0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F6AF1A-63A3-64C6-4FA9-6715222FA8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A18427-3556-1F58-18B4-B8C85CDAC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69840-0596-4BC3-BBEB-8DB427DEA8CE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E48EBD-8AB7-93B1-5D41-6FB7EB31A2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674232-4A6B-BCD8-0C4D-0CE1BAAA4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6CB58-B7A9-44D0-9669-A2C0B48D24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35721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98D1C8-0CD6-4DDB-28B0-B71CB42F9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121CFE-2ED7-40CB-FD00-AE830E87E3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BFC9D5-BAAA-3B8B-B3CB-7E4BAFB2FA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769840-0596-4BC3-BBEB-8DB427DEA8CE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C1D5E-05B7-61E7-91E1-3B8E982DA4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6D724E-44FE-69DC-5A53-7A8C977CCA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86CB58-B7A9-44D0-9669-A2C0B48D24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2204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E047B9-3356-CE34-50F0-04C58A3B34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7114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292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842CC9-3079-8BC4-282A-F14B4876C1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IN" sz="5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7EFC3-A28C-FD59-CE3D-402A85F44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en-IN" sz="1900">
                <a:latin typeface="Times New Roman" panose="02020603050405020304" pitchFamily="18" charset="0"/>
                <a:cs typeface="Times New Roman" panose="02020603050405020304" pitchFamily="18" charset="0"/>
              </a:rPr>
              <a:t>Importance of wrist function in daily activities.</a:t>
            </a:r>
          </a:p>
          <a:p>
            <a:r>
              <a:rPr lang="en-IN" sz="1900">
                <a:latin typeface="Times New Roman" panose="02020603050405020304" pitchFamily="18" charset="0"/>
                <a:cs typeface="Times New Roman" panose="02020603050405020304" pitchFamily="18" charset="0"/>
              </a:rPr>
              <a:t>The wrist is essential for performing daily activities</a:t>
            </a:r>
          </a:p>
          <a:p>
            <a:r>
              <a:rPr lang="en-IN" sz="1900">
                <a:latin typeface="Times New Roman" panose="02020603050405020304" pitchFamily="18" charset="0"/>
                <a:cs typeface="Times New Roman" panose="02020603050405020304" pitchFamily="18" charset="0"/>
              </a:rPr>
              <a:t>Need for rehabilitation to restore mobility and independence.</a:t>
            </a:r>
          </a:p>
          <a:p>
            <a:r>
              <a:rPr lang="en-IN" sz="1900" b="1">
                <a:latin typeface="Times New Roman" panose="02020603050405020304" pitchFamily="18" charset="0"/>
                <a:cs typeface="Times New Roman" panose="02020603050405020304" pitchFamily="18" charset="0"/>
              </a:rPr>
              <a:t>Current limitations</a:t>
            </a:r>
            <a:endParaRPr lang="en-IN" sz="19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900">
                <a:latin typeface="Times New Roman" panose="02020603050405020304" pitchFamily="18" charset="0"/>
                <a:cs typeface="Times New Roman" panose="02020603050405020304" pitchFamily="18" charset="0"/>
              </a:rPr>
              <a:t>Bulky mechanical rehabilitation devices. </a:t>
            </a:r>
          </a:p>
          <a:p>
            <a:r>
              <a:rPr lang="en-IN" sz="1900">
                <a:latin typeface="Times New Roman" panose="02020603050405020304" pitchFamily="18" charset="0"/>
                <a:cs typeface="Times New Roman" panose="02020603050405020304" pitchFamily="18" charset="0"/>
              </a:rPr>
              <a:t>High manufacturing and maintenance costs. </a:t>
            </a:r>
          </a:p>
          <a:p>
            <a:r>
              <a:rPr lang="en-IN" sz="1900">
                <a:latin typeface="Times New Roman" panose="02020603050405020304" pitchFamily="18" charset="0"/>
                <a:cs typeface="Times New Roman" panose="02020603050405020304" pitchFamily="18" charset="0"/>
              </a:rPr>
              <a:t>Limited portability for home use.</a:t>
            </a:r>
          </a:p>
          <a:p>
            <a:endParaRPr lang="en-IN" sz="19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392AD3-D1F3-88C3-34A0-9704BD789A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388711"/>
            <a:ext cx="5458968" cy="4080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166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08D41-1B80-33DE-3C22-06053DCDA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 Overview of the Project</a:t>
            </a:r>
            <a:br>
              <a:rPr lang="en-IN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7D652-DA5A-3CC0-19FA-980101EFB2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55040"/>
            <a:ext cx="10515600" cy="590296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aims to develop 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lightweight, wearable rehabilitation system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that assists wrist movement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Functional Electrical Stimulation (FES).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Unlike conventional robotic rehabilitation devices that depend on mechanical actuators, the proposed system stimulates the user's forearm muscles to produce movement naturally. The system consists of a wearable glove, a forearm-mounted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dual-channel FES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module, sensing components, and a microcontroller for stimulation control. The design emphasizes portability, user comfort, and suitability for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home-based rehabilitation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00000"/>
              </a:lnSpc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010857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8ADF25-0620-5EBF-D609-55127167FA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9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4705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089EED9-F54D-4F20-A2C6-949DE41769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A85619E-59AB-4E59-8DD1-77D17FCB33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26150" cy="6858000"/>
          </a:xfrm>
          <a:custGeom>
            <a:avLst/>
            <a:gdLst>
              <a:gd name="connsiteX0" fmla="*/ 0 w 7579856"/>
              <a:gd name="connsiteY0" fmla="*/ 0 h 6858000"/>
              <a:gd name="connsiteX1" fmla="*/ 7579856 w 7579856"/>
              <a:gd name="connsiteY1" fmla="*/ 0 h 6858000"/>
              <a:gd name="connsiteX2" fmla="*/ 7470504 w 7579856"/>
              <a:gd name="connsiteY2" fmla="*/ 260102 h 6858000"/>
              <a:gd name="connsiteX3" fmla="*/ 7382971 w 7579856"/>
              <a:gd name="connsiteY3" fmla="*/ 293939 h 6858000"/>
              <a:gd name="connsiteX4" fmla="*/ 7424315 w 7579856"/>
              <a:gd name="connsiteY4" fmla="*/ 333533 h 6858000"/>
              <a:gd name="connsiteX5" fmla="*/ 7371566 w 7579856"/>
              <a:gd name="connsiteY5" fmla="*/ 479678 h 6858000"/>
              <a:gd name="connsiteX6" fmla="*/ 7333409 w 7579856"/>
              <a:gd name="connsiteY6" fmla="*/ 639474 h 6858000"/>
              <a:gd name="connsiteX7" fmla="*/ 7277592 w 7579856"/>
              <a:gd name="connsiteY7" fmla="*/ 752461 h 6858000"/>
              <a:gd name="connsiteX8" fmla="*/ 7168002 w 7579856"/>
              <a:gd name="connsiteY8" fmla="*/ 908523 h 6858000"/>
              <a:gd name="connsiteX9" fmla="*/ 6878697 w 7579856"/>
              <a:gd name="connsiteY9" fmla="*/ 1346641 h 6858000"/>
              <a:gd name="connsiteX10" fmla="*/ 6794992 w 7579856"/>
              <a:gd name="connsiteY10" fmla="*/ 1562952 h 6858000"/>
              <a:gd name="connsiteX11" fmla="*/ 6734639 w 7579856"/>
              <a:gd name="connsiteY11" fmla="*/ 1920622 h 6858000"/>
              <a:gd name="connsiteX12" fmla="*/ 6730519 w 7579856"/>
              <a:gd name="connsiteY12" fmla="*/ 2097872 h 6858000"/>
              <a:gd name="connsiteX13" fmla="*/ 6705894 w 7579856"/>
              <a:gd name="connsiteY13" fmla="*/ 2420416 h 6858000"/>
              <a:gd name="connsiteX14" fmla="*/ 6683705 w 7579856"/>
              <a:gd name="connsiteY14" fmla="*/ 2654677 h 6858000"/>
              <a:gd name="connsiteX15" fmla="*/ 6638423 w 7579856"/>
              <a:gd name="connsiteY15" fmla="*/ 2846969 h 6858000"/>
              <a:gd name="connsiteX16" fmla="*/ 6553674 w 7579856"/>
              <a:gd name="connsiteY16" fmla="*/ 3101886 h 6858000"/>
              <a:gd name="connsiteX17" fmla="*/ 6511102 w 7579856"/>
              <a:gd name="connsiteY17" fmla="*/ 3227971 h 6858000"/>
              <a:gd name="connsiteX18" fmla="*/ 6492768 w 7579856"/>
              <a:gd name="connsiteY18" fmla="*/ 3410007 h 6858000"/>
              <a:gd name="connsiteX19" fmla="*/ 6483278 w 7579856"/>
              <a:gd name="connsiteY19" fmla="*/ 3413112 h 6858000"/>
              <a:gd name="connsiteX20" fmla="*/ 6457853 w 7579856"/>
              <a:gd name="connsiteY20" fmla="*/ 3475597 h 6858000"/>
              <a:gd name="connsiteX21" fmla="*/ 6410459 w 7579856"/>
              <a:gd name="connsiteY21" fmla="*/ 3726672 h 6858000"/>
              <a:gd name="connsiteX22" fmla="*/ 6359621 w 7579856"/>
              <a:gd name="connsiteY22" fmla="*/ 3847892 h 6858000"/>
              <a:gd name="connsiteX23" fmla="*/ 6334856 w 7579856"/>
              <a:gd name="connsiteY23" fmla="*/ 3885724 h 6858000"/>
              <a:gd name="connsiteX24" fmla="*/ 6293786 w 7579856"/>
              <a:gd name="connsiteY24" fmla="*/ 3949434 h 6858000"/>
              <a:gd name="connsiteX25" fmla="*/ 6245606 w 7579856"/>
              <a:gd name="connsiteY25" fmla="*/ 3999200 h 6858000"/>
              <a:gd name="connsiteX26" fmla="*/ 6141951 w 7579856"/>
              <a:gd name="connsiteY26" fmla="*/ 4086732 h 6858000"/>
              <a:gd name="connsiteX27" fmla="*/ 6078664 w 7579856"/>
              <a:gd name="connsiteY27" fmla="*/ 4186250 h 6858000"/>
              <a:gd name="connsiteX28" fmla="*/ 6022393 w 7579856"/>
              <a:gd name="connsiteY28" fmla="*/ 4256032 h 6858000"/>
              <a:gd name="connsiteX29" fmla="*/ 5948407 w 7579856"/>
              <a:gd name="connsiteY29" fmla="*/ 4384326 h 6858000"/>
              <a:gd name="connsiteX30" fmla="*/ 5876649 w 7579856"/>
              <a:gd name="connsiteY30" fmla="*/ 4557747 h 6858000"/>
              <a:gd name="connsiteX31" fmla="*/ 5843760 w 7579856"/>
              <a:gd name="connsiteY31" fmla="*/ 4628455 h 6858000"/>
              <a:gd name="connsiteX32" fmla="*/ 5770009 w 7579856"/>
              <a:gd name="connsiteY32" fmla="*/ 4708689 h 6858000"/>
              <a:gd name="connsiteX33" fmla="*/ 5725056 w 7579856"/>
              <a:gd name="connsiteY33" fmla="*/ 4751553 h 6858000"/>
              <a:gd name="connsiteX34" fmla="*/ 5673106 w 7579856"/>
              <a:gd name="connsiteY34" fmla="*/ 4803022 h 6858000"/>
              <a:gd name="connsiteX35" fmla="*/ 5646635 w 7579856"/>
              <a:gd name="connsiteY35" fmla="*/ 4918486 h 6858000"/>
              <a:gd name="connsiteX36" fmla="*/ 5632308 w 7579856"/>
              <a:gd name="connsiteY36" fmla="*/ 5003261 h 6858000"/>
              <a:gd name="connsiteX37" fmla="*/ 5600041 w 7579856"/>
              <a:gd name="connsiteY37" fmla="*/ 5126502 h 6858000"/>
              <a:gd name="connsiteX38" fmla="*/ 5593786 w 7579856"/>
              <a:gd name="connsiteY38" fmla="*/ 5183759 h 6858000"/>
              <a:gd name="connsiteX39" fmla="*/ 5566847 w 7579856"/>
              <a:gd name="connsiteY39" fmla="*/ 5283130 h 6858000"/>
              <a:gd name="connsiteX40" fmla="*/ 5545211 w 7579856"/>
              <a:gd name="connsiteY40" fmla="*/ 5391620 h 6858000"/>
              <a:gd name="connsiteX41" fmla="*/ 5504490 w 7579856"/>
              <a:gd name="connsiteY41" fmla="*/ 5443028 h 6858000"/>
              <a:gd name="connsiteX42" fmla="*/ 5495036 w 7579856"/>
              <a:gd name="connsiteY42" fmla="*/ 5535042 h 6858000"/>
              <a:gd name="connsiteX43" fmla="*/ 5481653 w 7579856"/>
              <a:gd name="connsiteY43" fmla="*/ 5579759 h 6858000"/>
              <a:gd name="connsiteX44" fmla="*/ 5453795 w 7579856"/>
              <a:gd name="connsiteY44" fmla="*/ 5665992 h 6858000"/>
              <a:gd name="connsiteX45" fmla="*/ 5417837 w 7579856"/>
              <a:gd name="connsiteY45" fmla="*/ 5741729 h 6858000"/>
              <a:gd name="connsiteX46" fmla="*/ 5398588 w 7579856"/>
              <a:gd name="connsiteY46" fmla="*/ 5893367 h 6858000"/>
              <a:gd name="connsiteX47" fmla="*/ 5412427 w 7579856"/>
              <a:gd name="connsiteY47" fmla="*/ 5943796 h 6858000"/>
              <a:gd name="connsiteX48" fmla="*/ 5400101 w 7579856"/>
              <a:gd name="connsiteY48" fmla="*/ 6000335 h 6858000"/>
              <a:gd name="connsiteX49" fmla="*/ 5408124 w 7579856"/>
              <a:gd name="connsiteY49" fmla="*/ 6055832 h 6858000"/>
              <a:gd name="connsiteX50" fmla="*/ 5382772 w 7579856"/>
              <a:gd name="connsiteY50" fmla="*/ 6106527 h 6858000"/>
              <a:gd name="connsiteX51" fmla="*/ 5354118 w 7579856"/>
              <a:gd name="connsiteY51" fmla="*/ 6177715 h 6858000"/>
              <a:gd name="connsiteX52" fmla="*/ 5352724 w 7579856"/>
              <a:gd name="connsiteY52" fmla="*/ 6231835 h 6858000"/>
              <a:gd name="connsiteX53" fmla="*/ 5314801 w 7579856"/>
              <a:gd name="connsiteY53" fmla="*/ 6378377 h 6858000"/>
              <a:gd name="connsiteX54" fmla="*/ 5346289 w 7579856"/>
              <a:gd name="connsiteY54" fmla="*/ 6531204 h 6858000"/>
              <a:gd name="connsiteX55" fmla="*/ 5296493 w 7579856"/>
              <a:gd name="connsiteY55" fmla="*/ 6828948 h 6858000"/>
              <a:gd name="connsiteX56" fmla="*/ 5299149 w 7579856"/>
              <a:gd name="connsiteY56" fmla="*/ 6850700 h 6858000"/>
              <a:gd name="connsiteX57" fmla="*/ 5293995 w 7579856"/>
              <a:gd name="connsiteY57" fmla="*/ 6858000 h 6858000"/>
              <a:gd name="connsiteX58" fmla="*/ 0 w 7579856"/>
              <a:gd name="connsiteY58" fmla="*/ 6858000 h 6858000"/>
              <a:gd name="connsiteX0" fmla="*/ 0 w 7579856"/>
              <a:gd name="connsiteY0" fmla="*/ 0 h 6858000"/>
              <a:gd name="connsiteX1" fmla="*/ 7579856 w 7579856"/>
              <a:gd name="connsiteY1" fmla="*/ 0 h 6858000"/>
              <a:gd name="connsiteX2" fmla="*/ 7470504 w 7579856"/>
              <a:gd name="connsiteY2" fmla="*/ 260102 h 6858000"/>
              <a:gd name="connsiteX3" fmla="*/ 7382971 w 7579856"/>
              <a:gd name="connsiteY3" fmla="*/ 293939 h 6858000"/>
              <a:gd name="connsiteX4" fmla="*/ 7371566 w 7579856"/>
              <a:gd name="connsiteY4" fmla="*/ 479678 h 6858000"/>
              <a:gd name="connsiteX5" fmla="*/ 7333409 w 7579856"/>
              <a:gd name="connsiteY5" fmla="*/ 639474 h 6858000"/>
              <a:gd name="connsiteX6" fmla="*/ 7277592 w 7579856"/>
              <a:gd name="connsiteY6" fmla="*/ 752461 h 6858000"/>
              <a:gd name="connsiteX7" fmla="*/ 7168002 w 7579856"/>
              <a:gd name="connsiteY7" fmla="*/ 908523 h 6858000"/>
              <a:gd name="connsiteX8" fmla="*/ 6878697 w 7579856"/>
              <a:gd name="connsiteY8" fmla="*/ 1346641 h 6858000"/>
              <a:gd name="connsiteX9" fmla="*/ 6794992 w 7579856"/>
              <a:gd name="connsiteY9" fmla="*/ 1562952 h 6858000"/>
              <a:gd name="connsiteX10" fmla="*/ 6734639 w 7579856"/>
              <a:gd name="connsiteY10" fmla="*/ 1920622 h 6858000"/>
              <a:gd name="connsiteX11" fmla="*/ 6730519 w 7579856"/>
              <a:gd name="connsiteY11" fmla="*/ 2097872 h 6858000"/>
              <a:gd name="connsiteX12" fmla="*/ 6705894 w 7579856"/>
              <a:gd name="connsiteY12" fmla="*/ 2420416 h 6858000"/>
              <a:gd name="connsiteX13" fmla="*/ 6683705 w 7579856"/>
              <a:gd name="connsiteY13" fmla="*/ 2654677 h 6858000"/>
              <a:gd name="connsiteX14" fmla="*/ 6638423 w 7579856"/>
              <a:gd name="connsiteY14" fmla="*/ 2846969 h 6858000"/>
              <a:gd name="connsiteX15" fmla="*/ 6553674 w 7579856"/>
              <a:gd name="connsiteY15" fmla="*/ 3101886 h 6858000"/>
              <a:gd name="connsiteX16" fmla="*/ 6511102 w 7579856"/>
              <a:gd name="connsiteY16" fmla="*/ 3227971 h 6858000"/>
              <a:gd name="connsiteX17" fmla="*/ 6492768 w 7579856"/>
              <a:gd name="connsiteY17" fmla="*/ 3410007 h 6858000"/>
              <a:gd name="connsiteX18" fmla="*/ 6483278 w 7579856"/>
              <a:gd name="connsiteY18" fmla="*/ 3413112 h 6858000"/>
              <a:gd name="connsiteX19" fmla="*/ 6457853 w 7579856"/>
              <a:gd name="connsiteY19" fmla="*/ 3475597 h 6858000"/>
              <a:gd name="connsiteX20" fmla="*/ 6410459 w 7579856"/>
              <a:gd name="connsiteY20" fmla="*/ 3726672 h 6858000"/>
              <a:gd name="connsiteX21" fmla="*/ 6359621 w 7579856"/>
              <a:gd name="connsiteY21" fmla="*/ 3847892 h 6858000"/>
              <a:gd name="connsiteX22" fmla="*/ 6334856 w 7579856"/>
              <a:gd name="connsiteY22" fmla="*/ 3885724 h 6858000"/>
              <a:gd name="connsiteX23" fmla="*/ 6293786 w 7579856"/>
              <a:gd name="connsiteY23" fmla="*/ 3949434 h 6858000"/>
              <a:gd name="connsiteX24" fmla="*/ 6245606 w 7579856"/>
              <a:gd name="connsiteY24" fmla="*/ 3999200 h 6858000"/>
              <a:gd name="connsiteX25" fmla="*/ 6141951 w 7579856"/>
              <a:gd name="connsiteY25" fmla="*/ 4086732 h 6858000"/>
              <a:gd name="connsiteX26" fmla="*/ 6078664 w 7579856"/>
              <a:gd name="connsiteY26" fmla="*/ 4186250 h 6858000"/>
              <a:gd name="connsiteX27" fmla="*/ 6022393 w 7579856"/>
              <a:gd name="connsiteY27" fmla="*/ 4256032 h 6858000"/>
              <a:gd name="connsiteX28" fmla="*/ 5948407 w 7579856"/>
              <a:gd name="connsiteY28" fmla="*/ 4384326 h 6858000"/>
              <a:gd name="connsiteX29" fmla="*/ 5876649 w 7579856"/>
              <a:gd name="connsiteY29" fmla="*/ 4557747 h 6858000"/>
              <a:gd name="connsiteX30" fmla="*/ 5843760 w 7579856"/>
              <a:gd name="connsiteY30" fmla="*/ 4628455 h 6858000"/>
              <a:gd name="connsiteX31" fmla="*/ 5770009 w 7579856"/>
              <a:gd name="connsiteY31" fmla="*/ 4708689 h 6858000"/>
              <a:gd name="connsiteX32" fmla="*/ 5725056 w 7579856"/>
              <a:gd name="connsiteY32" fmla="*/ 4751553 h 6858000"/>
              <a:gd name="connsiteX33" fmla="*/ 5673106 w 7579856"/>
              <a:gd name="connsiteY33" fmla="*/ 4803022 h 6858000"/>
              <a:gd name="connsiteX34" fmla="*/ 5646635 w 7579856"/>
              <a:gd name="connsiteY34" fmla="*/ 4918486 h 6858000"/>
              <a:gd name="connsiteX35" fmla="*/ 5632308 w 7579856"/>
              <a:gd name="connsiteY35" fmla="*/ 5003261 h 6858000"/>
              <a:gd name="connsiteX36" fmla="*/ 5600041 w 7579856"/>
              <a:gd name="connsiteY36" fmla="*/ 5126502 h 6858000"/>
              <a:gd name="connsiteX37" fmla="*/ 5593786 w 7579856"/>
              <a:gd name="connsiteY37" fmla="*/ 5183759 h 6858000"/>
              <a:gd name="connsiteX38" fmla="*/ 5566847 w 7579856"/>
              <a:gd name="connsiteY38" fmla="*/ 5283130 h 6858000"/>
              <a:gd name="connsiteX39" fmla="*/ 5545211 w 7579856"/>
              <a:gd name="connsiteY39" fmla="*/ 5391620 h 6858000"/>
              <a:gd name="connsiteX40" fmla="*/ 5504490 w 7579856"/>
              <a:gd name="connsiteY40" fmla="*/ 5443028 h 6858000"/>
              <a:gd name="connsiteX41" fmla="*/ 5495036 w 7579856"/>
              <a:gd name="connsiteY41" fmla="*/ 5535042 h 6858000"/>
              <a:gd name="connsiteX42" fmla="*/ 5481653 w 7579856"/>
              <a:gd name="connsiteY42" fmla="*/ 5579759 h 6858000"/>
              <a:gd name="connsiteX43" fmla="*/ 5453795 w 7579856"/>
              <a:gd name="connsiteY43" fmla="*/ 5665992 h 6858000"/>
              <a:gd name="connsiteX44" fmla="*/ 5417837 w 7579856"/>
              <a:gd name="connsiteY44" fmla="*/ 5741729 h 6858000"/>
              <a:gd name="connsiteX45" fmla="*/ 5398588 w 7579856"/>
              <a:gd name="connsiteY45" fmla="*/ 5893367 h 6858000"/>
              <a:gd name="connsiteX46" fmla="*/ 5412427 w 7579856"/>
              <a:gd name="connsiteY46" fmla="*/ 5943796 h 6858000"/>
              <a:gd name="connsiteX47" fmla="*/ 5400101 w 7579856"/>
              <a:gd name="connsiteY47" fmla="*/ 6000335 h 6858000"/>
              <a:gd name="connsiteX48" fmla="*/ 5408124 w 7579856"/>
              <a:gd name="connsiteY48" fmla="*/ 6055832 h 6858000"/>
              <a:gd name="connsiteX49" fmla="*/ 5382772 w 7579856"/>
              <a:gd name="connsiteY49" fmla="*/ 6106527 h 6858000"/>
              <a:gd name="connsiteX50" fmla="*/ 5354118 w 7579856"/>
              <a:gd name="connsiteY50" fmla="*/ 6177715 h 6858000"/>
              <a:gd name="connsiteX51" fmla="*/ 5352724 w 7579856"/>
              <a:gd name="connsiteY51" fmla="*/ 6231835 h 6858000"/>
              <a:gd name="connsiteX52" fmla="*/ 5314801 w 7579856"/>
              <a:gd name="connsiteY52" fmla="*/ 6378377 h 6858000"/>
              <a:gd name="connsiteX53" fmla="*/ 5346289 w 7579856"/>
              <a:gd name="connsiteY53" fmla="*/ 6531204 h 6858000"/>
              <a:gd name="connsiteX54" fmla="*/ 5296493 w 7579856"/>
              <a:gd name="connsiteY54" fmla="*/ 6828948 h 6858000"/>
              <a:gd name="connsiteX55" fmla="*/ 5299149 w 7579856"/>
              <a:gd name="connsiteY55" fmla="*/ 6850700 h 6858000"/>
              <a:gd name="connsiteX56" fmla="*/ 5293995 w 7579856"/>
              <a:gd name="connsiteY56" fmla="*/ 6858000 h 6858000"/>
              <a:gd name="connsiteX57" fmla="*/ 0 w 7579856"/>
              <a:gd name="connsiteY57" fmla="*/ 6858000 h 6858000"/>
              <a:gd name="connsiteX58" fmla="*/ 0 w 7579856"/>
              <a:gd name="connsiteY58" fmla="*/ 0 h 6858000"/>
              <a:gd name="connsiteX0" fmla="*/ 0 w 7579856"/>
              <a:gd name="connsiteY0" fmla="*/ 0 h 6858000"/>
              <a:gd name="connsiteX1" fmla="*/ 7579856 w 7579856"/>
              <a:gd name="connsiteY1" fmla="*/ 0 h 6858000"/>
              <a:gd name="connsiteX2" fmla="*/ 7470504 w 7579856"/>
              <a:gd name="connsiteY2" fmla="*/ 260102 h 6858000"/>
              <a:gd name="connsiteX3" fmla="*/ 7393573 w 7579856"/>
              <a:gd name="connsiteY3" fmla="*/ 399956 h 6858000"/>
              <a:gd name="connsiteX4" fmla="*/ 7371566 w 7579856"/>
              <a:gd name="connsiteY4" fmla="*/ 479678 h 6858000"/>
              <a:gd name="connsiteX5" fmla="*/ 7333409 w 7579856"/>
              <a:gd name="connsiteY5" fmla="*/ 639474 h 6858000"/>
              <a:gd name="connsiteX6" fmla="*/ 7277592 w 7579856"/>
              <a:gd name="connsiteY6" fmla="*/ 752461 h 6858000"/>
              <a:gd name="connsiteX7" fmla="*/ 7168002 w 7579856"/>
              <a:gd name="connsiteY7" fmla="*/ 908523 h 6858000"/>
              <a:gd name="connsiteX8" fmla="*/ 6878697 w 7579856"/>
              <a:gd name="connsiteY8" fmla="*/ 1346641 h 6858000"/>
              <a:gd name="connsiteX9" fmla="*/ 6794992 w 7579856"/>
              <a:gd name="connsiteY9" fmla="*/ 1562952 h 6858000"/>
              <a:gd name="connsiteX10" fmla="*/ 6734639 w 7579856"/>
              <a:gd name="connsiteY10" fmla="*/ 1920622 h 6858000"/>
              <a:gd name="connsiteX11" fmla="*/ 6730519 w 7579856"/>
              <a:gd name="connsiteY11" fmla="*/ 2097872 h 6858000"/>
              <a:gd name="connsiteX12" fmla="*/ 6705894 w 7579856"/>
              <a:gd name="connsiteY12" fmla="*/ 2420416 h 6858000"/>
              <a:gd name="connsiteX13" fmla="*/ 6683705 w 7579856"/>
              <a:gd name="connsiteY13" fmla="*/ 2654677 h 6858000"/>
              <a:gd name="connsiteX14" fmla="*/ 6638423 w 7579856"/>
              <a:gd name="connsiteY14" fmla="*/ 2846969 h 6858000"/>
              <a:gd name="connsiteX15" fmla="*/ 6553674 w 7579856"/>
              <a:gd name="connsiteY15" fmla="*/ 3101886 h 6858000"/>
              <a:gd name="connsiteX16" fmla="*/ 6511102 w 7579856"/>
              <a:gd name="connsiteY16" fmla="*/ 3227971 h 6858000"/>
              <a:gd name="connsiteX17" fmla="*/ 6492768 w 7579856"/>
              <a:gd name="connsiteY17" fmla="*/ 3410007 h 6858000"/>
              <a:gd name="connsiteX18" fmla="*/ 6483278 w 7579856"/>
              <a:gd name="connsiteY18" fmla="*/ 3413112 h 6858000"/>
              <a:gd name="connsiteX19" fmla="*/ 6457853 w 7579856"/>
              <a:gd name="connsiteY19" fmla="*/ 3475597 h 6858000"/>
              <a:gd name="connsiteX20" fmla="*/ 6410459 w 7579856"/>
              <a:gd name="connsiteY20" fmla="*/ 3726672 h 6858000"/>
              <a:gd name="connsiteX21" fmla="*/ 6359621 w 7579856"/>
              <a:gd name="connsiteY21" fmla="*/ 3847892 h 6858000"/>
              <a:gd name="connsiteX22" fmla="*/ 6334856 w 7579856"/>
              <a:gd name="connsiteY22" fmla="*/ 3885724 h 6858000"/>
              <a:gd name="connsiteX23" fmla="*/ 6293786 w 7579856"/>
              <a:gd name="connsiteY23" fmla="*/ 3949434 h 6858000"/>
              <a:gd name="connsiteX24" fmla="*/ 6245606 w 7579856"/>
              <a:gd name="connsiteY24" fmla="*/ 3999200 h 6858000"/>
              <a:gd name="connsiteX25" fmla="*/ 6141951 w 7579856"/>
              <a:gd name="connsiteY25" fmla="*/ 4086732 h 6858000"/>
              <a:gd name="connsiteX26" fmla="*/ 6078664 w 7579856"/>
              <a:gd name="connsiteY26" fmla="*/ 4186250 h 6858000"/>
              <a:gd name="connsiteX27" fmla="*/ 6022393 w 7579856"/>
              <a:gd name="connsiteY27" fmla="*/ 4256032 h 6858000"/>
              <a:gd name="connsiteX28" fmla="*/ 5948407 w 7579856"/>
              <a:gd name="connsiteY28" fmla="*/ 4384326 h 6858000"/>
              <a:gd name="connsiteX29" fmla="*/ 5876649 w 7579856"/>
              <a:gd name="connsiteY29" fmla="*/ 4557747 h 6858000"/>
              <a:gd name="connsiteX30" fmla="*/ 5843760 w 7579856"/>
              <a:gd name="connsiteY30" fmla="*/ 4628455 h 6858000"/>
              <a:gd name="connsiteX31" fmla="*/ 5770009 w 7579856"/>
              <a:gd name="connsiteY31" fmla="*/ 4708689 h 6858000"/>
              <a:gd name="connsiteX32" fmla="*/ 5725056 w 7579856"/>
              <a:gd name="connsiteY32" fmla="*/ 4751553 h 6858000"/>
              <a:gd name="connsiteX33" fmla="*/ 5673106 w 7579856"/>
              <a:gd name="connsiteY33" fmla="*/ 4803022 h 6858000"/>
              <a:gd name="connsiteX34" fmla="*/ 5646635 w 7579856"/>
              <a:gd name="connsiteY34" fmla="*/ 4918486 h 6858000"/>
              <a:gd name="connsiteX35" fmla="*/ 5632308 w 7579856"/>
              <a:gd name="connsiteY35" fmla="*/ 5003261 h 6858000"/>
              <a:gd name="connsiteX36" fmla="*/ 5600041 w 7579856"/>
              <a:gd name="connsiteY36" fmla="*/ 5126502 h 6858000"/>
              <a:gd name="connsiteX37" fmla="*/ 5593786 w 7579856"/>
              <a:gd name="connsiteY37" fmla="*/ 5183759 h 6858000"/>
              <a:gd name="connsiteX38" fmla="*/ 5566847 w 7579856"/>
              <a:gd name="connsiteY38" fmla="*/ 5283130 h 6858000"/>
              <a:gd name="connsiteX39" fmla="*/ 5545211 w 7579856"/>
              <a:gd name="connsiteY39" fmla="*/ 5391620 h 6858000"/>
              <a:gd name="connsiteX40" fmla="*/ 5504490 w 7579856"/>
              <a:gd name="connsiteY40" fmla="*/ 5443028 h 6858000"/>
              <a:gd name="connsiteX41" fmla="*/ 5495036 w 7579856"/>
              <a:gd name="connsiteY41" fmla="*/ 5535042 h 6858000"/>
              <a:gd name="connsiteX42" fmla="*/ 5481653 w 7579856"/>
              <a:gd name="connsiteY42" fmla="*/ 5579759 h 6858000"/>
              <a:gd name="connsiteX43" fmla="*/ 5453795 w 7579856"/>
              <a:gd name="connsiteY43" fmla="*/ 5665992 h 6858000"/>
              <a:gd name="connsiteX44" fmla="*/ 5417837 w 7579856"/>
              <a:gd name="connsiteY44" fmla="*/ 5741729 h 6858000"/>
              <a:gd name="connsiteX45" fmla="*/ 5398588 w 7579856"/>
              <a:gd name="connsiteY45" fmla="*/ 5893367 h 6858000"/>
              <a:gd name="connsiteX46" fmla="*/ 5412427 w 7579856"/>
              <a:gd name="connsiteY46" fmla="*/ 5943796 h 6858000"/>
              <a:gd name="connsiteX47" fmla="*/ 5400101 w 7579856"/>
              <a:gd name="connsiteY47" fmla="*/ 6000335 h 6858000"/>
              <a:gd name="connsiteX48" fmla="*/ 5408124 w 7579856"/>
              <a:gd name="connsiteY48" fmla="*/ 6055832 h 6858000"/>
              <a:gd name="connsiteX49" fmla="*/ 5382772 w 7579856"/>
              <a:gd name="connsiteY49" fmla="*/ 6106527 h 6858000"/>
              <a:gd name="connsiteX50" fmla="*/ 5354118 w 7579856"/>
              <a:gd name="connsiteY50" fmla="*/ 6177715 h 6858000"/>
              <a:gd name="connsiteX51" fmla="*/ 5352724 w 7579856"/>
              <a:gd name="connsiteY51" fmla="*/ 6231835 h 6858000"/>
              <a:gd name="connsiteX52" fmla="*/ 5314801 w 7579856"/>
              <a:gd name="connsiteY52" fmla="*/ 6378377 h 6858000"/>
              <a:gd name="connsiteX53" fmla="*/ 5346289 w 7579856"/>
              <a:gd name="connsiteY53" fmla="*/ 6531204 h 6858000"/>
              <a:gd name="connsiteX54" fmla="*/ 5296493 w 7579856"/>
              <a:gd name="connsiteY54" fmla="*/ 6828948 h 6858000"/>
              <a:gd name="connsiteX55" fmla="*/ 5299149 w 7579856"/>
              <a:gd name="connsiteY55" fmla="*/ 6850700 h 6858000"/>
              <a:gd name="connsiteX56" fmla="*/ 5293995 w 7579856"/>
              <a:gd name="connsiteY56" fmla="*/ 6858000 h 6858000"/>
              <a:gd name="connsiteX57" fmla="*/ 0 w 7579856"/>
              <a:gd name="connsiteY57" fmla="*/ 6858000 h 6858000"/>
              <a:gd name="connsiteX58" fmla="*/ 0 w 7579856"/>
              <a:gd name="connsiteY58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579856" h="6858000">
                <a:moveTo>
                  <a:pt x="0" y="0"/>
                </a:moveTo>
                <a:lnTo>
                  <a:pt x="7579856" y="0"/>
                </a:lnTo>
                <a:lnTo>
                  <a:pt x="7470504" y="260102"/>
                </a:lnTo>
                <a:cubicBezTo>
                  <a:pt x="7461630" y="268839"/>
                  <a:pt x="7394342" y="394464"/>
                  <a:pt x="7393573" y="399956"/>
                </a:cubicBezTo>
                <a:cubicBezTo>
                  <a:pt x="7377083" y="436552"/>
                  <a:pt x="7379826" y="422089"/>
                  <a:pt x="7371566" y="479678"/>
                </a:cubicBezTo>
                <a:cubicBezTo>
                  <a:pt x="7375726" y="514866"/>
                  <a:pt x="7314090" y="538026"/>
                  <a:pt x="7333409" y="639474"/>
                </a:cubicBezTo>
                <a:cubicBezTo>
                  <a:pt x="7304030" y="645989"/>
                  <a:pt x="7277305" y="734514"/>
                  <a:pt x="7277592" y="752461"/>
                </a:cubicBezTo>
                <a:cubicBezTo>
                  <a:pt x="7263957" y="826326"/>
                  <a:pt x="7190549" y="831933"/>
                  <a:pt x="7168002" y="908523"/>
                </a:cubicBezTo>
                <a:cubicBezTo>
                  <a:pt x="7159192" y="1017987"/>
                  <a:pt x="6881131" y="1275734"/>
                  <a:pt x="6878697" y="1346641"/>
                </a:cubicBezTo>
                <a:cubicBezTo>
                  <a:pt x="6857377" y="1450976"/>
                  <a:pt x="6800249" y="1488570"/>
                  <a:pt x="6794992" y="1562952"/>
                </a:cubicBezTo>
                <a:cubicBezTo>
                  <a:pt x="6777186" y="1744477"/>
                  <a:pt x="6752997" y="1733417"/>
                  <a:pt x="6734639" y="1920622"/>
                </a:cubicBezTo>
                <a:cubicBezTo>
                  <a:pt x="6723638" y="2037344"/>
                  <a:pt x="6741520" y="1981150"/>
                  <a:pt x="6730519" y="2097872"/>
                </a:cubicBezTo>
                <a:lnTo>
                  <a:pt x="6705894" y="2420416"/>
                </a:lnTo>
                <a:cubicBezTo>
                  <a:pt x="6699729" y="2429580"/>
                  <a:pt x="6687282" y="2640728"/>
                  <a:pt x="6683705" y="2654677"/>
                </a:cubicBezTo>
                <a:cubicBezTo>
                  <a:pt x="6659846" y="2709901"/>
                  <a:pt x="6664499" y="2789595"/>
                  <a:pt x="6638423" y="2846969"/>
                </a:cubicBezTo>
                <a:cubicBezTo>
                  <a:pt x="6619172" y="2849418"/>
                  <a:pt x="6569554" y="3118422"/>
                  <a:pt x="6553674" y="3101886"/>
                </a:cubicBezTo>
                <a:cubicBezTo>
                  <a:pt x="6557982" y="3144969"/>
                  <a:pt x="6529319" y="3203242"/>
                  <a:pt x="6511102" y="3227971"/>
                </a:cubicBezTo>
                <a:cubicBezTo>
                  <a:pt x="6488937" y="3278163"/>
                  <a:pt x="6507177" y="3372316"/>
                  <a:pt x="6492768" y="3410007"/>
                </a:cubicBezTo>
                <a:cubicBezTo>
                  <a:pt x="6489589" y="3410402"/>
                  <a:pt x="6486392" y="3411447"/>
                  <a:pt x="6483278" y="3413112"/>
                </a:cubicBezTo>
                <a:cubicBezTo>
                  <a:pt x="6465197" y="3422775"/>
                  <a:pt x="6453811" y="3450753"/>
                  <a:pt x="6457853" y="3475597"/>
                </a:cubicBezTo>
                <a:cubicBezTo>
                  <a:pt x="6460183" y="3580433"/>
                  <a:pt x="6430321" y="3652787"/>
                  <a:pt x="6410459" y="3726672"/>
                </a:cubicBezTo>
                <a:cubicBezTo>
                  <a:pt x="6384227" y="3807490"/>
                  <a:pt x="6365561" y="3727296"/>
                  <a:pt x="6359621" y="3847892"/>
                </a:cubicBezTo>
                <a:cubicBezTo>
                  <a:pt x="6342065" y="3848387"/>
                  <a:pt x="6336582" y="3860219"/>
                  <a:pt x="6334856" y="3885724"/>
                </a:cubicBezTo>
                <a:cubicBezTo>
                  <a:pt x="6321106" y="3924250"/>
                  <a:pt x="6288462" y="3896248"/>
                  <a:pt x="6293786" y="3949434"/>
                </a:cubicBezTo>
                <a:lnTo>
                  <a:pt x="6245606" y="3999200"/>
                </a:lnTo>
                <a:cubicBezTo>
                  <a:pt x="6252452" y="3999667"/>
                  <a:pt x="6147291" y="4071013"/>
                  <a:pt x="6141951" y="4086732"/>
                </a:cubicBezTo>
                <a:lnTo>
                  <a:pt x="6078664" y="4186250"/>
                </a:lnTo>
                <a:cubicBezTo>
                  <a:pt x="6043445" y="4216806"/>
                  <a:pt x="6044102" y="4223020"/>
                  <a:pt x="6022393" y="4256032"/>
                </a:cubicBezTo>
                <a:cubicBezTo>
                  <a:pt x="6000683" y="4289045"/>
                  <a:pt x="6004124" y="4308922"/>
                  <a:pt x="5948407" y="4384326"/>
                </a:cubicBezTo>
                <a:cubicBezTo>
                  <a:pt x="5917508" y="4413425"/>
                  <a:pt x="5922990" y="4499081"/>
                  <a:pt x="5876649" y="4557747"/>
                </a:cubicBezTo>
                <a:cubicBezTo>
                  <a:pt x="5858396" y="4553894"/>
                  <a:pt x="5841562" y="4597689"/>
                  <a:pt x="5843760" y="4628455"/>
                </a:cubicBezTo>
                <a:lnTo>
                  <a:pt x="5770009" y="4708689"/>
                </a:lnTo>
                <a:cubicBezTo>
                  <a:pt x="5744628" y="4703789"/>
                  <a:pt x="5756788" y="4718752"/>
                  <a:pt x="5725056" y="4751553"/>
                </a:cubicBezTo>
                <a:cubicBezTo>
                  <a:pt x="5704052" y="4760054"/>
                  <a:pt x="5698443" y="4778037"/>
                  <a:pt x="5673106" y="4803022"/>
                </a:cubicBezTo>
                <a:cubicBezTo>
                  <a:pt x="5653325" y="4810967"/>
                  <a:pt x="5666864" y="4896812"/>
                  <a:pt x="5646635" y="4918486"/>
                </a:cubicBezTo>
                <a:cubicBezTo>
                  <a:pt x="5631909" y="4941605"/>
                  <a:pt x="5659196" y="4943736"/>
                  <a:pt x="5632308" y="5003261"/>
                </a:cubicBezTo>
                <a:cubicBezTo>
                  <a:pt x="5612112" y="5060835"/>
                  <a:pt x="5619821" y="5064904"/>
                  <a:pt x="5600041" y="5126502"/>
                </a:cubicBezTo>
                <a:cubicBezTo>
                  <a:pt x="5586116" y="5167992"/>
                  <a:pt x="5601826" y="5161046"/>
                  <a:pt x="5593786" y="5183759"/>
                </a:cubicBezTo>
                <a:cubicBezTo>
                  <a:pt x="5561334" y="5210589"/>
                  <a:pt x="5598993" y="5264555"/>
                  <a:pt x="5566847" y="5283130"/>
                </a:cubicBezTo>
                <a:lnTo>
                  <a:pt x="5545211" y="5391620"/>
                </a:lnTo>
                <a:lnTo>
                  <a:pt x="5504490" y="5443028"/>
                </a:lnTo>
                <a:cubicBezTo>
                  <a:pt x="5494192" y="5459332"/>
                  <a:pt x="5499256" y="5522813"/>
                  <a:pt x="5495036" y="5535042"/>
                </a:cubicBezTo>
                <a:cubicBezTo>
                  <a:pt x="5479787" y="5537507"/>
                  <a:pt x="5482184" y="5553460"/>
                  <a:pt x="5481653" y="5579759"/>
                </a:cubicBezTo>
                <a:cubicBezTo>
                  <a:pt x="5471160" y="5620723"/>
                  <a:pt x="5461279" y="5625872"/>
                  <a:pt x="5453795" y="5665992"/>
                </a:cubicBezTo>
                <a:cubicBezTo>
                  <a:pt x="5424217" y="5715929"/>
                  <a:pt x="5429438" y="5686607"/>
                  <a:pt x="5417837" y="5741729"/>
                </a:cubicBezTo>
                <a:cubicBezTo>
                  <a:pt x="5401590" y="5774002"/>
                  <a:pt x="5420077" y="5829059"/>
                  <a:pt x="5398588" y="5893367"/>
                </a:cubicBezTo>
                <a:cubicBezTo>
                  <a:pt x="5382045" y="5933309"/>
                  <a:pt x="5422284" y="5921390"/>
                  <a:pt x="5412427" y="5943796"/>
                </a:cubicBezTo>
                <a:lnTo>
                  <a:pt x="5400101" y="6000335"/>
                </a:lnTo>
                <a:lnTo>
                  <a:pt x="5408124" y="6055832"/>
                </a:lnTo>
                <a:cubicBezTo>
                  <a:pt x="5410319" y="6059068"/>
                  <a:pt x="5377455" y="6104819"/>
                  <a:pt x="5382772" y="6106527"/>
                </a:cubicBezTo>
                <a:lnTo>
                  <a:pt x="5354118" y="6177715"/>
                </a:lnTo>
                <a:cubicBezTo>
                  <a:pt x="5353654" y="6195756"/>
                  <a:pt x="5353188" y="6213795"/>
                  <a:pt x="5352724" y="6231835"/>
                </a:cubicBezTo>
                <a:lnTo>
                  <a:pt x="5314801" y="6378377"/>
                </a:lnTo>
                <a:cubicBezTo>
                  <a:pt x="5286767" y="6424906"/>
                  <a:pt x="5363614" y="6441657"/>
                  <a:pt x="5346289" y="6531204"/>
                </a:cubicBezTo>
                <a:cubicBezTo>
                  <a:pt x="5336370" y="6605939"/>
                  <a:pt x="5310363" y="6768382"/>
                  <a:pt x="5296493" y="6828948"/>
                </a:cubicBezTo>
                <a:cubicBezTo>
                  <a:pt x="5300217" y="6838357"/>
                  <a:pt x="5300699" y="6845216"/>
                  <a:pt x="5299149" y="6850700"/>
                </a:cubicBezTo>
                <a:lnTo>
                  <a:pt x="529399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7C41B-682C-A3AF-1399-1294A25E3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809" y="1317273"/>
            <a:ext cx="3385450" cy="254914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Background &amp; History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5AAC39E-8294-44DC-AB9F-2B9F22C397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59350" y="618119"/>
            <a:ext cx="6596369" cy="5615588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" dist="12700" dir="3000000" algn="tl" rotWithShape="0">
              <a:prstClr val="black">
                <a:alpha val="24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Rectangle 6">
            <a:extLst>
              <a:ext uri="{FF2B5EF4-FFF2-40B4-BE49-F238E27FC236}">
                <a16:creationId xmlns:a16="http://schemas.microsoft.com/office/drawing/2014/main" id="{11685A1B-C158-49A6-BF8F-0D48688527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48987" y="294856"/>
            <a:ext cx="1367625" cy="428984"/>
          </a:xfrm>
          <a:custGeom>
            <a:avLst/>
            <a:gdLst>
              <a:gd name="connsiteX0" fmla="*/ 0 w 2142503"/>
              <a:gd name="connsiteY0" fmla="*/ 0 h 571500"/>
              <a:gd name="connsiteX1" fmla="*/ 2142503 w 2142503"/>
              <a:gd name="connsiteY1" fmla="*/ 0 h 571500"/>
              <a:gd name="connsiteX2" fmla="*/ 2142503 w 2142503"/>
              <a:gd name="connsiteY2" fmla="*/ 571500 h 571500"/>
              <a:gd name="connsiteX3" fmla="*/ 0 w 2142503"/>
              <a:gd name="connsiteY3" fmla="*/ 571500 h 571500"/>
              <a:gd name="connsiteX4" fmla="*/ 0 w 2142503"/>
              <a:gd name="connsiteY4" fmla="*/ 0 h 571500"/>
              <a:gd name="connsiteX0" fmla="*/ 0 w 2142503"/>
              <a:gd name="connsiteY0" fmla="*/ 0 h 582145"/>
              <a:gd name="connsiteX1" fmla="*/ 2142503 w 2142503"/>
              <a:gd name="connsiteY1" fmla="*/ 0 h 582145"/>
              <a:gd name="connsiteX2" fmla="*/ 2142503 w 2142503"/>
              <a:gd name="connsiteY2" fmla="*/ 571500 h 582145"/>
              <a:gd name="connsiteX3" fmla="*/ 2050917 w 2142503"/>
              <a:gd name="connsiteY3" fmla="*/ 582088 h 582145"/>
              <a:gd name="connsiteX4" fmla="*/ 0 w 2142503"/>
              <a:gd name="connsiteY4" fmla="*/ 571500 h 582145"/>
              <a:gd name="connsiteX5" fmla="*/ 0 w 2142503"/>
              <a:gd name="connsiteY5" fmla="*/ 0 h 582145"/>
              <a:gd name="connsiteX0" fmla="*/ 0 w 2159832"/>
              <a:gd name="connsiteY0" fmla="*/ 0 h 582145"/>
              <a:gd name="connsiteX1" fmla="*/ 2142503 w 2159832"/>
              <a:gd name="connsiteY1" fmla="*/ 0 h 582145"/>
              <a:gd name="connsiteX2" fmla="*/ 2159829 w 2159832"/>
              <a:gd name="connsiteY2" fmla="*/ 96526 h 582145"/>
              <a:gd name="connsiteX3" fmla="*/ 2142503 w 2159832"/>
              <a:gd name="connsiteY3" fmla="*/ 571500 h 582145"/>
              <a:gd name="connsiteX4" fmla="*/ 2050917 w 2159832"/>
              <a:gd name="connsiteY4" fmla="*/ 582088 h 582145"/>
              <a:gd name="connsiteX5" fmla="*/ 0 w 2159832"/>
              <a:gd name="connsiteY5" fmla="*/ 571500 h 582145"/>
              <a:gd name="connsiteX6" fmla="*/ 0 w 2159832"/>
              <a:gd name="connsiteY6" fmla="*/ 0 h 582145"/>
              <a:gd name="connsiteX0" fmla="*/ 0 w 2159832"/>
              <a:gd name="connsiteY0" fmla="*/ 12386 h 594531"/>
              <a:gd name="connsiteX1" fmla="*/ 67826 w 2159832"/>
              <a:gd name="connsiteY1" fmla="*/ 0 h 594531"/>
              <a:gd name="connsiteX2" fmla="*/ 2142503 w 2159832"/>
              <a:gd name="connsiteY2" fmla="*/ 12386 h 594531"/>
              <a:gd name="connsiteX3" fmla="*/ 2159829 w 2159832"/>
              <a:gd name="connsiteY3" fmla="*/ 108912 h 594531"/>
              <a:gd name="connsiteX4" fmla="*/ 2142503 w 2159832"/>
              <a:gd name="connsiteY4" fmla="*/ 583886 h 594531"/>
              <a:gd name="connsiteX5" fmla="*/ 2050917 w 2159832"/>
              <a:gd name="connsiteY5" fmla="*/ 594474 h 594531"/>
              <a:gd name="connsiteX6" fmla="*/ 0 w 2159832"/>
              <a:gd name="connsiteY6" fmla="*/ 583886 h 594531"/>
              <a:gd name="connsiteX7" fmla="*/ 0 w 2159832"/>
              <a:gd name="connsiteY7" fmla="*/ 12386 h 594531"/>
              <a:gd name="connsiteX0" fmla="*/ 0 w 2168908"/>
              <a:gd name="connsiteY0" fmla="*/ 26000 h 594531"/>
              <a:gd name="connsiteX1" fmla="*/ 76902 w 2168908"/>
              <a:gd name="connsiteY1" fmla="*/ 0 h 594531"/>
              <a:gd name="connsiteX2" fmla="*/ 2151579 w 2168908"/>
              <a:gd name="connsiteY2" fmla="*/ 12386 h 594531"/>
              <a:gd name="connsiteX3" fmla="*/ 2168905 w 2168908"/>
              <a:gd name="connsiteY3" fmla="*/ 108912 h 594531"/>
              <a:gd name="connsiteX4" fmla="*/ 2151579 w 2168908"/>
              <a:gd name="connsiteY4" fmla="*/ 583886 h 594531"/>
              <a:gd name="connsiteX5" fmla="*/ 2059993 w 2168908"/>
              <a:gd name="connsiteY5" fmla="*/ 594474 h 594531"/>
              <a:gd name="connsiteX6" fmla="*/ 9076 w 2168908"/>
              <a:gd name="connsiteY6" fmla="*/ 583886 h 594531"/>
              <a:gd name="connsiteX7" fmla="*/ 0 w 2168908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147197 w 2316105"/>
              <a:gd name="connsiteY0" fmla="*/ 26000 h 594531"/>
              <a:gd name="connsiteX1" fmla="*/ 224099 w 2316105"/>
              <a:gd name="connsiteY1" fmla="*/ 0 h 594531"/>
              <a:gd name="connsiteX2" fmla="*/ 2298776 w 2316105"/>
              <a:gd name="connsiteY2" fmla="*/ 12386 h 594531"/>
              <a:gd name="connsiteX3" fmla="*/ 2316102 w 2316105"/>
              <a:gd name="connsiteY3" fmla="*/ 108912 h 594531"/>
              <a:gd name="connsiteX4" fmla="*/ 2298776 w 2316105"/>
              <a:gd name="connsiteY4" fmla="*/ 583886 h 594531"/>
              <a:gd name="connsiteX5" fmla="*/ 2207190 w 2316105"/>
              <a:gd name="connsiteY5" fmla="*/ 594474 h 594531"/>
              <a:gd name="connsiteX6" fmla="*/ 156273 w 2316105"/>
              <a:gd name="connsiteY6" fmla="*/ 583886 h 594531"/>
              <a:gd name="connsiteX7" fmla="*/ 142416 w 2316105"/>
              <a:gd name="connsiteY7" fmla="*/ 235975 h 594531"/>
              <a:gd name="connsiteX8" fmla="*/ 147197 w 2316105"/>
              <a:gd name="connsiteY8" fmla="*/ 26000 h 594531"/>
              <a:gd name="connsiteX0" fmla="*/ 154684 w 2323592"/>
              <a:gd name="connsiteY0" fmla="*/ 26000 h 594531"/>
              <a:gd name="connsiteX1" fmla="*/ 231586 w 2323592"/>
              <a:gd name="connsiteY1" fmla="*/ 0 h 594531"/>
              <a:gd name="connsiteX2" fmla="*/ 2306263 w 2323592"/>
              <a:gd name="connsiteY2" fmla="*/ 12386 h 594531"/>
              <a:gd name="connsiteX3" fmla="*/ 2323589 w 2323592"/>
              <a:gd name="connsiteY3" fmla="*/ 108912 h 594531"/>
              <a:gd name="connsiteX4" fmla="*/ 2306263 w 2323592"/>
              <a:gd name="connsiteY4" fmla="*/ 583886 h 594531"/>
              <a:gd name="connsiteX5" fmla="*/ 2214677 w 2323592"/>
              <a:gd name="connsiteY5" fmla="*/ 594474 h 594531"/>
              <a:gd name="connsiteX6" fmla="*/ 163760 w 2323592"/>
              <a:gd name="connsiteY6" fmla="*/ 583886 h 594531"/>
              <a:gd name="connsiteX7" fmla="*/ 158979 w 2323592"/>
              <a:gd name="connsiteY7" fmla="*/ 403879 h 594531"/>
              <a:gd name="connsiteX8" fmla="*/ 149903 w 2323592"/>
              <a:gd name="connsiteY8" fmla="*/ 235975 h 594531"/>
              <a:gd name="connsiteX9" fmla="*/ 154684 w 2323592"/>
              <a:gd name="connsiteY9" fmla="*/ 26000 h 594531"/>
              <a:gd name="connsiteX0" fmla="*/ 13665 w 2182573"/>
              <a:gd name="connsiteY0" fmla="*/ 26000 h 594531"/>
              <a:gd name="connsiteX1" fmla="*/ 90567 w 2182573"/>
              <a:gd name="connsiteY1" fmla="*/ 0 h 594531"/>
              <a:gd name="connsiteX2" fmla="*/ 2165244 w 2182573"/>
              <a:gd name="connsiteY2" fmla="*/ 12386 h 594531"/>
              <a:gd name="connsiteX3" fmla="*/ 2182570 w 2182573"/>
              <a:gd name="connsiteY3" fmla="*/ 108912 h 594531"/>
              <a:gd name="connsiteX4" fmla="*/ 2165244 w 2182573"/>
              <a:gd name="connsiteY4" fmla="*/ 583886 h 594531"/>
              <a:gd name="connsiteX5" fmla="*/ 2073658 w 2182573"/>
              <a:gd name="connsiteY5" fmla="*/ 594474 h 594531"/>
              <a:gd name="connsiteX6" fmla="*/ 22741 w 2182573"/>
              <a:gd name="connsiteY6" fmla="*/ 583886 h 594531"/>
              <a:gd name="connsiteX7" fmla="*/ 17960 w 2182573"/>
              <a:gd name="connsiteY7" fmla="*/ 403879 h 594531"/>
              <a:gd name="connsiteX8" fmla="*/ 8884 w 2182573"/>
              <a:gd name="connsiteY8" fmla="*/ 235975 h 594531"/>
              <a:gd name="connsiteX9" fmla="*/ 13665 w 2182573"/>
              <a:gd name="connsiteY9" fmla="*/ 26000 h 594531"/>
              <a:gd name="connsiteX0" fmla="*/ 13665 w 2202120"/>
              <a:gd name="connsiteY0" fmla="*/ 26000 h 594531"/>
              <a:gd name="connsiteX1" fmla="*/ 90567 w 2202120"/>
              <a:gd name="connsiteY1" fmla="*/ 0 h 594531"/>
              <a:gd name="connsiteX2" fmla="*/ 2165244 w 2202120"/>
              <a:gd name="connsiteY2" fmla="*/ 12386 h 594531"/>
              <a:gd name="connsiteX3" fmla="*/ 2182570 w 2202120"/>
              <a:gd name="connsiteY3" fmla="*/ 108912 h 594531"/>
              <a:gd name="connsiteX4" fmla="*/ 2192471 w 2202120"/>
              <a:gd name="connsiteY4" fmla="*/ 583886 h 594531"/>
              <a:gd name="connsiteX5" fmla="*/ 2073658 w 2202120"/>
              <a:gd name="connsiteY5" fmla="*/ 594474 h 594531"/>
              <a:gd name="connsiteX6" fmla="*/ 22741 w 2202120"/>
              <a:gd name="connsiteY6" fmla="*/ 583886 h 594531"/>
              <a:gd name="connsiteX7" fmla="*/ 17960 w 2202120"/>
              <a:gd name="connsiteY7" fmla="*/ 403879 h 594531"/>
              <a:gd name="connsiteX8" fmla="*/ 8884 w 2202120"/>
              <a:gd name="connsiteY8" fmla="*/ 235975 h 594531"/>
              <a:gd name="connsiteX9" fmla="*/ 13665 w 2202120"/>
              <a:gd name="connsiteY9" fmla="*/ 26000 h 594531"/>
              <a:gd name="connsiteX0" fmla="*/ 13665 w 2202036"/>
              <a:gd name="connsiteY0" fmla="*/ 26000 h 594531"/>
              <a:gd name="connsiteX1" fmla="*/ 90567 w 2202036"/>
              <a:gd name="connsiteY1" fmla="*/ 0 h 594531"/>
              <a:gd name="connsiteX2" fmla="*/ 2165244 w 2202036"/>
              <a:gd name="connsiteY2" fmla="*/ 12386 h 594531"/>
              <a:gd name="connsiteX3" fmla="*/ 2182570 w 2202036"/>
              <a:gd name="connsiteY3" fmla="*/ 108912 h 594531"/>
              <a:gd name="connsiteX4" fmla="*/ 2191645 w 2202036"/>
              <a:gd name="connsiteY4" fmla="*/ 422031 h 594531"/>
              <a:gd name="connsiteX5" fmla="*/ 2192471 w 2202036"/>
              <a:gd name="connsiteY5" fmla="*/ 583886 h 594531"/>
              <a:gd name="connsiteX6" fmla="*/ 2073658 w 2202036"/>
              <a:gd name="connsiteY6" fmla="*/ 594474 h 594531"/>
              <a:gd name="connsiteX7" fmla="*/ 22741 w 2202036"/>
              <a:gd name="connsiteY7" fmla="*/ 583886 h 594531"/>
              <a:gd name="connsiteX8" fmla="*/ 17960 w 2202036"/>
              <a:gd name="connsiteY8" fmla="*/ 403879 h 594531"/>
              <a:gd name="connsiteX9" fmla="*/ 8884 w 2202036"/>
              <a:gd name="connsiteY9" fmla="*/ 235975 h 594531"/>
              <a:gd name="connsiteX10" fmla="*/ 13665 w 2202036"/>
              <a:gd name="connsiteY10" fmla="*/ 26000 h 594531"/>
              <a:gd name="connsiteX0" fmla="*/ 142254 w 2330625"/>
              <a:gd name="connsiteY0" fmla="*/ 26000 h 594531"/>
              <a:gd name="connsiteX1" fmla="*/ 219156 w 2330625"/>
              <a:gd name="connsiteY1" fmla="*/ 0 h 594531"/>
              <a:gd name="connsiteX2" fmla="*/ 2293833 w 2330625"/>
              <a:gd name="connsiteY2" fmla="*/ 12386 h 594531"/>
              <a:gd name="connsiteX3" fmla="*/ 2311159 w 2330625"/>
              <a:gd name="connsiteY3" fmla="*/ 108912 h 594531"/>
              <a:gd name="connsiteX4" fmla="*/ 2320234 w 2330625"/>
              <a:gd name="connsiteY4" fmla="*/ 422031 h 594531"/>
              <a:gd name="connsiteX5" fmla="*/ 2321060 w 2330625"/>
              <a:gd name="connsiteY5" fmla="*/ 583886 h 594531"/>
              <a:gd name="connsiteX6" fmla="*/ 2202247 w 2330625"/>
              <a:gd name="connsiteY6" fmla="*/ 594474 h 594531"/>
              <a:gd name="connsiteX7" fmla="*/ 151330 w 2330625"/>
              <a:gd name="connsiteY7" fmla="*/ 583886 h 594531"/>
              <a:gd name="connsiteX8" fmla="*/ 155624 w 2330625"/>
              <a:gd name="connsiteY8" fmla="*/ 512790 h 594531"/>
              <a:gd name="connsiteX9" fmla="*/ 146549 w 2330625"/>
              <a:gd name="connsiteY9" fmla="*/ 403879 h 594531"/>
              <a:gd name="connsiteX10" fmla="*/ 137473 w 2330625"/>
              <a:gd name="connsiteY10" fmla="*/ 235975 h 594531"/>
              <a:gd name="connsiteX11" fmla="*/ 142254 w 2330625"/>
              <a:gd name="connsiteY11" fmla="*/ 26000 h 594531"/>
              <a:gd name="connsiteX0" fmla="*/ 13413 w 2201784"/>
              <a:gd name="connsiteY0" fmla="*/ 26000 h 594531"/>
              <a:gd name="connsiteX1" fmla="*/ 90315 w 2201784"/>
              <a:gd name="connsiteY1" fmla="*/ 0 h 594531"/>
              <a:gd name="connsiteX2" fmla="*/ 2164992 w 2201784"/>
              <a:gd name="connsiteY2" fmla="*/ 12386 h 594531"/>
              <a:gd name="connsiteX3" fmla="*/ 2182318 w 2201784"/>
              <a:gd name="connsiteY3" fmla="*/ 108912 h 594531"/>
              <a:gd name="connsiteX4" fmla="*/ 2191393 w 2201784"/>
              <a:gd name="connsiteY4" fmla="*/ 422031 h 594531"/>
              <a:gd name="connsiteX5" fmla="*/ 2192219 w 2201784"/>
              <a:gd name="connsiteY5" fmla="*/ 583886 h 594531"/>
              <a:gd name="connsiteX6" fmla="*/ 2073406 w 2201784"/>
              <a:gd name="connsiteY6" fmla="*/ 594474 h 594531"/>
              <a:gd name="connsiteX7" fmla="*/ 22489 w 2201784"/>
              <a:gd name="connsiteY7" fmla="*/ 583886 h 594531"/>
              <a:gd name="connsiteX8" fmla="*/ 26783 w 2201784"/>
              <a:gd name="connsiteY8" fmla="*/ 512790 h 594531"/>
              <a:gd name="connsiteX9" fmla="*/ 17708 w 2201784"/>
              <a:gd name="connsiteY9" fmla="*/ 403879 h 594531"/>
              <a:gd name="connsiteX10" fmla="*/ 8632 w 2201784"/>
              <a:gd name="connsiteY10" fmla="*/ 235975 h 594531"/>
              <a:gd name="connsiteX11" fmla="*/ 13413 w 2201784"/>
              <a:gd name="connsiteY11" fmla="*/ 26000 h 594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01784" h="594531">
                <a:moveTo>
                  <a:pt x="13413" y="26000"/>
                </a:moveTo>
                <a:cubicBezTo>
                  <a:pt x="37534" y="24897"/>
                  <a:pt x="66194" y="1103"/>
                  <a:pt x="90315" y="0"/>
                </a:cubicBezTo>
                <a:lnTo>
                  <a:pt x="2164992" y="12386"/>
                </a:lnTo>
                <a:cubicBezTo>
                  <a:pt x="2164717" y="43049"/>
                  <a:pt x="2182593" y="78249"/>
                  <a:pt x="2182318" y="108912"/>
                </a:cubicBezTo>
                <a:cubicBezTo>
                  <a:pt x="2188231" y="177186"/>
                  <a:pt x="2189743" y="342869"/>
                  <a:pt x="2191393" y="422031"/>
                </a:cubicBezTo>
                <a:cubicBezTo>
                  <a:pt x="2193043" y="501193"/>
                  <a:pt x="2213396" y="555146"/>
                  <a:pt x="2192219" y="583886"/>
                </a:cubicBezTo>
                <a:cubicBezTo>
                  <a:pt x="2172279" y="582877"/>
                  <a:pt x="2093346" y="595483"/>
                  <a:pt x="2073406" y="594474"/>
                </a:cubicBezTo>
                <a:lnTo>
                  <a:pt x="22489" y="583886"/>
                </a:lnTo>
                <a:cubicBezTo>
                  <a:pt x="5849" y="592962"/>
                  <a:pt x="27580" y="542791"/>
                  <a:pt x="26783" y="512790"/>
                </a:cubicBezTo>
                <a:cubicBezTo>
                  <a:pt x="25986" y="482789"/>
                  <a:pt x="18464" y="450015"/>
                  <a:pt x="17708" y="403879"/>
                </a:cubicBezTo>
                <a:cubicBezTo>
                  <a:pt x="16952" y="357743"/>
                  <a:pt x="-14855" y="308787"/>
                  <a:pt x="8632" y="235975"/>
                </a:cubicBezTo>
                <a:cubicBezTo>
                  <a:pt x="7119" y="142994"/>
                  <a:pt x="-201" y="65329"/>
                  <a:pt x="13413" y="26000"/>
                </a:cubicBezTo>
                <a:close/>
              </a:path>
            </a:pathLst>
          </a:custGeom>
          <a:solidFill>
            <a:srgbClr val="D9D4D0">
              <a:alpha val="50000"/>
            </a:srgbClr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8BB09AA-8478-D89A-D263-1C14FBBC08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9068" y="904240"/>
            <a:ext cx="6714932" cy="5329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924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D14A1-DCE9-0BDB-594F-3DF442074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br>
              <a:rPr lang="en-IN" sz="2800" dirty="0"/>
            </a:b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20A15-90D7-A121-294C-424EFF8AE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2400"/>
            <a:ext cx="10515600" cy="4754563"/>
          </a:xfrm>
        </p:spPr>
        <p:txBody>
          <a:bodyPr>
            <a:normAutofit/>
          </a:bodyPr>
          <a:lstStyle/>
          <a:p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The Core Research Gap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/>
            <a:r>
              <a:rPr lang="en-IN">
                <a:latin typeface="Times New Roman" panose="02020603050405020304" pitchFamily="18" charset="0"/>
                <a:cs typeface="Times New Roman" panose="02020603050405020304" pitchFamily="18" charset="0"/>
              </a:rPr>
              <a:t>While many haptic gloves focus on finger flexion/grasping, assisted wrist rotation remains a major gap in wearable, lightweight rehabilitation devices.</a:t>
            </a:r>
          </a:p>
          <a:p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Our Solution &amp; Contribution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/>
            <a:r>
              <a:rPr lang="en-IN">
                <a:latin typeface="Times New Roman" panose="02020603050405020304" pitchFamily="18" charset="0"/>
                <a:cs typeface="Times New Roman" panose="02020603050405020304" pitchFamily="18" charset="0"/>
              </a:rPr>
              <a:t>Eliminating mechanical actuators completely by </a:t>
            </a:r>
            <a:r>
              <a:rPr lang="en-IN" b="1">
                <a:latin typeface="Times New Roman" panose="02020603050405020304" pitchFamily="18" charset="0"/>
                <a:cs typeface="Times New Roman" panose="02020603050405020304" pitchFamily="18" charset="0"/>
              </a:rPr>
              <a:t>integrating a dual-channel FES</a:t>
            </a:r>
            <a:r>
              <a:rPr lang="en-IN">
                <a:latin typeface="Times New Roman" panose="02020603050405020304" pitchFamily="18" charset="0"/>
                <a:cs typeface="Times New Roman" panose="02020603050405020304" pitchFamily="18" charset="0"/>
              </a:rPr>
              <a:t> system directly into a lightweight glove and forearm band framework.</a:t>
            </a:r>
          </a:p>
          <a:p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Key Literature Insight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/>
            <a:r>
              <a:rPr lang="en-IN">
                <a:latin typeface="Times New Roman" panose="02020603050405020304" pitchFamily="18" charset="0"/>
                <a:cs typeface="Times New Roman" panose="02020603050405020304" pitchFamily="18" charset="0"/>
              </a:rPr>
              <a:t>By shifting the heavy actuation load from motors to the patient’s own muscles we bridge the gap between effective wrist rotation therapy and true device portability.</a:t>
            </a:r>
          </a:p>
          <a:p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4287679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F3FABA-8BFE-B705-D0B0-ABC283C47F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7203" y="643466"/>
            <a:ext cx="7737593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4231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993CB-34F3-E5C7-F43B-2AD1D445D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Development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E34926-494B-B004-5351-C004389A0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80160"/>
            <a:ext cx="10515600" cy="489680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  <a:p>
            <a:pPr>
              <a:lnSpc>
                <a:spcPct val="150000"/>
              </a:lnSpc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 Analysis</a:t>
            </a:r>
          </a:p>
          <a:p>
            <a:pPr>
              <a:lnSpc>
                <a:spcPct val="150000"/>
              </a:lnSpc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Design</a:t>
            </a:r>
          </a:p>
          <a:p>
            <a:pPr>
              <a:lnSpc>
                <a:spcPct val="150000"/>
              </a:lnSpc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Development</a:t>
            </a:r>
          </a:p>
          <a:p>
            <a:pPr>
              <a:lnSpc>
                <a:spcPct val="150000"/>
              </a:lnSpc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Development</a:t>
            </a:r>
          </a:p>
          <a:p>
            <a:pPr>
              <a:lnSpc>
                <a:spcPct val="150000"/>
              </a:lnSpc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Prototype Integration</a:t>
            </a:r>
          </a:p>
          <a:p>
            <a:pPr>
              <a:lnSpc>
                <a:spcPct val="150000"/>
              </a:lnSpc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Testing and Evaluation</a:t>
            </a:r>
          </a:p>
        </p:txBody>
      </p:sp>
    </p:spTree>
    <p:extLst>
      <p:ext uri="{BB962C8B-B14F-4D97-AF65-F5344CB8AC3E}">
        <p14:creationId xmlns:p14="http://schemas.microsoft.com/office/powerpoint/2010/main" val="17915552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C97913E-AF44-6B90-0983-39D2F7E1BB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648208"/>
            <a:ext cx="10905066" cy="5561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0184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3D066-6B22-CDA0-D776-D6B1FC56B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Baseline vs. Your System Parameters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0ED25EA1-8D63-A2A0-4021-B3A255E1FCF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32150669"/>
              </p:ext>
            </p:extLst>
          </p:nvPr>
        </p:nvGraphicFramePr>
        <p:xfrm>
          <a:off x="1628109" y="1825626"/>
          <a:ext cx="8935782" cy="4747894"/>
        </p:xfrm>
        <a:graphic>
          <a:graphicData uri="http://schemas.openxmlformats.org/drawingml/2006/table">
            <a:tbl>
              <a:tblPr/>
              <a:tblGrid>
                <a:gridCol w="2978594">
                  <a:extLst>
                    <a:ext uri="{9D8B030D-6E8A-4147-A177-3AD203B41FA5}">
                      <a16:colId xmlns:a16="http://schemas.microsoft.com/office/drawing/2014/main" val="1785134938"/>
                    </a:ext>
                  </a:extLst>
                </a:gridCol>
                <a:gridCol w="2978594">
                  <a:extLst>
                    <a:ext uri="{9D8B030D-6E8A-4147-A177-3AD203B41FA5}">
                      <a16:colId xmlns:a16="http://schemas.microsoft.com/office/drawing/2014/main" val="851931114"/>
                    </a:ext>
                  </a:extLst>
                </a:gridCol>
                <a:gridCol w="2978594">
                  <a:extLst>
                    <a:ext uri="{9D8B030D-6E8A-4147-A177-3AD203B41FA5}">
                      <a16:colId xmlns:a16="http://schemas.microsoft.com/office/drawing/2014/main" val="620964954"/>
                    </a:ext>
                  </a:extLst>
                </a:gridCol>
              </a:tblGrid>
              <a:tr h="802925"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Evaluation Metric</a:t>
                      </a:r>
                      <a:endParaRPr lang="en-IN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702" marR="77702" marT="51802" marB="51802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Traditional Mechanical Baselines(Motors, Pneumatics, SEAs)</a:t>
                      </a:r>
                      <a:endParaRPr lang="en-IN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702" marR="77702" marT="51802" marB="51802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Your Proposed System(Dual-Channel FES)</a:t>
                      </a:r>
                      <a:endParaRPr lang="en-IN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702" marR="77702" marT="51802" marB="51802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7632397"/>
                  </a:ext>
                </a:extLst>
              </a:tr>
              <a:tr h="802925"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Actuator Weight</a:t>
                      </a:r>
                      <a:endParaRPr lang="en-IN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702" marR="77702" marT="51802" marB="51802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Heavy </a:t>
                      </a: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300 g to 1.5kg </a:t>
                      </a:r>
                      <a:r>
                        <a:rPr lang="en-IN" sz="15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due to motors/gearboxes</a:t>
                      </a:r>
                    </a:p>
                  </a:txBody>
                  <a:tcPr marL="77702" marR="77702" marT="51802" marB="51802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 g</a:t>
                      </a:r>
                      <a:r>
                        <a:rPr lang="en-IN" sz="15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IN" sz="1500" i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(Uses patient's own forearm muscles)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702" marR="77702" marT="51802" marB="51802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269047"/>
                  </a:ext>
                </a:extLst>
              </a:tr>
              <a:tr h="569818"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Total Device Mass</a:t>
                      </a:r>
                      <a:endParaRPr lang="en-IN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702" marR="77702" marT="51802" marB="51802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5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Bulky, structurally rigid exoskeleton framework</a:t>
                      </a:r>
                    </a:p>
                  </a:txBody>
                  <a:tcPr marL="77702" marR="77702" marT="51802" marB="51802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Less than 150g </a:t>
                      </a:r>
                      <a:r>
                        <a:rPr lang="en-IN" sz="1500" i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(Fabric glove + lightweight forearm band)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702" marR="77702" marT="51802" marB="51802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9865215"/>
                  </a:ext>
                </a:extLst>
              </a:tr>
              <a:tr h="569818"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System Cost</a:t>
                      </a:r>
                      <a:endParaRPr lang="en-IN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702" marR="77702" marT="51802" marB="51802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High between €200 to  €1200 for active robotic joints</a:t>
                      </a:r>
                    </a:p>
                  </a:txBody>
                  <a:tcPr marL="77702" marR="77702" marT="51802" marB="51802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Low Cost</a:t>
                      </a:r>
                      <a:r>
                        <a:rPr lang="en-IN" sz="15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IN" sz="1500" i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(less than 200)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702" marR="77702" marT="51802" marB="51802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493257"/>
                  </a:ext>
                </a:extLst>
              </a:tr>
              <a:tr h="802925"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Portability</a:t>
                      </a:r>
                      <a:endParaRPr lang="en-IN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702" marR="77702" marT="51802" marB="51802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5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Tethered/Desktop grounded </a:t>
                      </a:r>
                      <a:r>
                        <a:rPr lang="en-IN" sz="1500" i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(Requires compressors/external power blocks)</a:t>
                      </a:r>
                      <a:endParaRPr lang="en-IN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702" marR="77702" marT="51802" marB="51802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Fully Portable</a:t>
                      </a:r>
                      <a:r>
                        <a:rPr lang="en-IN" sz="15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IN" sz="1500" i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(Battery-powered, wearable hub)</a:t>
                      </a:r>
                      <a:endParaRPr lang="en-IN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702" marR="77702" marT="51802" marB="51802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9905227"/>
                  </a:ext>
                </a:extLst>
              </a:tr>
              <a:tr h="1199483"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Target Wrist Action</a:t>
                      </a:r>
                      <a:endParaRPr lang="en-IN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7702" marR="77702" marT="51802" marB="51802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5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High structural complexity to align mechanical joints to the forearm</a:t>
                      </a:r>
                    </a:p>
                  </a:txBody>
                  <a:tcPr marL="77702" marR="77702" marT="51802" marB="51802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Seamlessly Integrated</a:t>
                      </a:r>
                      <a:r>
                        <a:rPr lang="en-IN" sz="15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via targeted electrode placement on Pronator/Supinator muscles</a:t>
                      </a:r>
                    </a:p>
                  </a:txBody>
                  <a:tcPr marL="77702" marR="77702" marT="51802" marB="51802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25615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20333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310E5-8EFB-D4CD-B56C-754DCEFDE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838DD6F-D124-D03C-0121-D4402A4F40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483360"/>
            <a:ext cx="11054080" cy="5009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6186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B81705-A411-2110-3313-200E392D2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endParaRPr lang="en-IN" sz="40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5DE92A-DD31-038E-6B76-F0D4BE520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Electrode placement sensitive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Muscle fatigue during long use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user-specific calibration</a:t>
            </a:r>
          </a:p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AI-based adaptive stimulation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Clinical validation studies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Improved wearable electrodes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Mobile app </a:t>
            </a:r>
          </a:p>
        </p:txBody>
      </p:sp>
    </p:spTree>
    <p:extLst>
      <p:ext uri="{BB962C8B-B14F-4D97-AF65-F5344CB8AC3E}">
        <p14:creationId xmlns:p14="http://schemas.microsoft.com/office/powerpoint/2010/main" val="15735988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108F5F-9654-0992-1835-B226D3478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105" y="802955"/>
            <a:ext cx="4977976" cy="1454051"/>
          </a:xfrm>
        </p:spPr>
        <p:txBody>
          <a:bodyPr>
            <a:normAutofit/>
          </a:bodyPr>
          <a:lstStyle/>
          <a:p>
            <a:endParaRPr lang="en-IN" sz="3600">
              <a:solidFill>
                <a:schemeClr val="tx2"/>
              </a:solidFill>
            </a:endParaRPr>
          </a:p>
        </p:txBody>
      </p:sp>
      <p:pic>
        <p:nvPicPr>
          <p:cNvPr id="7" name="Graphic 6" descr="Handshake">
            <a:extLst>
              <a:ext uri="{FF2B5EF4-FFF2-40B4-BE49-F238E27FC236}">
                <a16:creationId xmlns:a16="http://schemas.microsoft.com/office/drawing/2014/main" id="{CAC173F3-39E9-68EA-B54F-1BA0F1A4D2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6951" y="1793846"/>
            <a:ext cx="3620021" cy="362002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090629-C94E-9A17-5997-0D35399CF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2421682"/>
            <a:ext cx="4977578" cy="3639289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Thank you</a:t>
            </a:r>
            <a:endParaRPr lang="en-IN" sz="1800" dirty="0">
              <a:solidFill>
                <a:schemeClr val="tx2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635" y="52996"/>
            <a:ext cx="5928607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1953203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456</TotalTime>
  <Words>408</Words>
  <Application>Microsoft Office PowerPoint</Application>
  <PresentationFormat>Widescreen</PresentationFormat>
  <Paragraphs>59</Paragraphs>
  <Slides>13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Google Sans Text</vt:lpstr>
      <vt:lpstr>Times New Roman</vt:lpstr>
      <vt:lpstr>Office Theme</vt:lpstr>
      <vt:lpstr>PowerPoint Presentation</vt:lpstr>
      <vt:lpstr>Introduction</vt:lpstr>
      <vt:lpstr>General Overview of the Project </vt:lpstr>
      <vt:lpstr>PowerPoint Presentation</vt:lpstr>
      <vt:lpstr>Background &amp; History</vt:lpstr>
      <vt:lpstr> </vt:lpstr>
      <vt:lpstr>PowerPoint Presentation</vt:lpstr>
      <vt:lpstr>Development Process</vt:lpstr>
      <vt:lpstr>PowerPoint Presentation</vt:lpstr>
      <vt:lpstr>Literature Baseline vs. Your System Parameters</vt:lpstr>
      <vt:lpstr>Result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vishnu t n</dc:creator>
  <cp:lastModifiedBy>vishnu t n</cp:lastModifiedBy>
  <cp:revision>3</cp:revision>
  <dcterms:created xsi:type="dcterms:W3CDTF">2026-07-02T13:52:47Z</dcterms:created>
  <dcterms:modified xsi:type="dcterms:W3CDTF">2026-07-10T13:35:38Z</dcterms:modified>
</cp:coreProperties>
</file>
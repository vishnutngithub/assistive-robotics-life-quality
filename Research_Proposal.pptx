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3FBFA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A6"/>
                </a:solidFill>
              </a:rPr>
              <a:t>RESEARCH PROPOSAL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Wrist Rehabilitation Using Dual-Channel Functional Electrical Stimulation (FES)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A lightweight, low-cost alternative to mechanical wrist-rehabilitation actuators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Vishnu Thaimachedath Nandakumar   ·   Jeethu Thambi   ·   Thadepalli Nikitha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081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8D1"/>
                </a:solidFill>
              </a:rPr>
              <a:t>Technische Hochschule Deggendorf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Wrist Rehabilitation Still Depends on Heavy, Costly Hardware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20105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470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Widespread need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20370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Stroke and other neurological or musculoskeletal conditions frequently impair hand and upper-limb function, limiting daily activities.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342790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264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Heavy hardware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362102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Existing rotation-assist devices rely on motors, pneumatics, or series elastic actuators — adding significant weight and mechanical complexity.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84522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6817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Limited access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503834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Cost and bulk keep many of these systems confined to clinics, out of reach for consistent home-based rehabilitation.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18120" y="187452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092440" y="2240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D5C"/>
                </a:solidFill>
              </a:rPr>
              <a:t>150 g+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8092440" y="3063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typical added mass of a motor- or pneumatic-driven wrist exoskeleton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92440" y="3977640"/>
            <a:ext cx="3291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92440" y="41605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C7293"/>
                </a:solidFill>
              </a:rPr>
              <a:t>Grip assistance via FES is well studied — but assisted forearm rotation remains rare in lightweight wearables.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RESEARCH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Grip Is Well Studied. Rotation Is Not.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3FBF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781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Grip / Flexion — Well Studied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FES-driven grip restoration widely reported in literature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3101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Multiple validated haptic + sensing designs exist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8770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Sensor fusion (EMG, FSR, IMU) well characterized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78308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17810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Wrist Rotation — Underexplored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83680" y="2743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Assistance typically mechanical (motor / SEA / pneumatic)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83680" y="33101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Few lightweight, FES-only rotation systems reported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83680" y="38770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Anchoring a rotation device without hindering hand use is difficult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3D5C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Research Gap: no lightweight wearable combines FES-driven grip AND rotation assistance in a single device.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</a:rPr>
              <a:t>Dual-Channel FES — Grip and Rotation, No Mechanical Actuator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781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39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</a:rPr>
              <a:t>FES-driven movement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Small electrical pulses make the patient's own weak or paralyzed muscles contract and move the limb.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1781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39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</a:rPr>
              <a:t>Wearable glove + band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651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Senses grip via FSRs and forearm rotation via IMU, worn as a fabric glove and forearm-mounted band.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18978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50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</a:rPr>
              <a:t>Visual + haptic feedback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663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RGB LED (visual) and vibration motors (haptic) keep the user informed of system state in real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418978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50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</a:rPr>
              <a:t>Two independent channels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7960" y="4663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Channel 1 closes the hand; Channel 2 rotates the forearm — sequenced grip-then-rotate.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3D5C"/>
                </a:solidFill>
              </a:rPr>
              <a:t>Total system mass targeted under 150 g — no mechanical actuator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From Wearable Layout to Electronics Stack</a:t>
            </a:r>
            <a:endParaRPr lang="en-US" sz="2600" dirty="0"/>
          </a:p>
        </p:txBody>
      </p:sp>
      <p:pic>
        <p:nvPicPr>
          <p:cNvPr id="4" name="Image 0" descr="/home/claude/diagram1_wearable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440680" cy="2720340"/>
          </a:xfrm>
          <a:prstGeom prst="rect">
            <a:avLst/>
          </a:prstGeom>
        </p:spPr>
      </p:pic>
      <p:pic>
        <p:nvPicPr>
          <p:cNvPr id="5" name="Image 1" descr="/home/claude/diagram2_electron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440680" cy="27203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822960" y="493776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5058461"/>
            <a:ext cx="261518" cy="2615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4892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4748B"/>
                </a:solidFill>
              </a:rPr>
              <a:t>ESP32 controller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reads FSR + IMU sensors, runs the grip-then-rotate decision logic, and drives the FES stimulator and feedback outputs — all housed in the forearm band.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Two Stages: Sense &amp; Feedback, Then Full Dual-FES Assistance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30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Stage 1 — Current Build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2487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</a:rPr>
              <a:t>Sense + Feedback (No FES)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FSR grip sensing (5x fingertip)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IMU rotation sensing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LED + vibration feedback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Logging &amp; progression tracking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516636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E9F7F1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</a:rPr>
              <a:t>Status: In Development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657600"/>
            <a:ext cx="548640" cy="548640"/>
          </a:xfrm>
          <a:prstGeom prst="ellipse">
            <a:avLst/>
          </a:prstGeom>
          <a:solidFill>
            <a:srgbClr val="3FBFA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994" y="3789274"/>
            <a:ext cx="285293" cy="28529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4652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6766560" y="210312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261" y="222382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06640" y="2130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Stage 2 — Full Vision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406640" y="2487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3D5C"/>
                </a:solidFill>
              </a:rPr>
              <a:t>Dual FES Assistance (Grip + Rotation)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76656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Add 2-channel FES stimulator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76656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FES pads for grip (Channel 1)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76656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FES pads for rotation (Channel 2)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76656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Sequenced, closed-loop assistance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766560" y="516636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EAF1FB"/>
          </a:solidFill>
          <a:ln/>
        </p:spPr>
      </p:sp>
      <p:sp>
        <p:nvSpPr>
          <p:cNvPr id="27" name="Text 22"/>
          <p:cNvSpPr/>
          <p:nvPr/>
        </p:nvSpPr>
        <p:spPr>
          <a:xfrm>
            <a:off x="6766560" y="5166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D5C"/>
                </a:solidFill>
              </a:rPr>
              <a:t>Status: Roadmap Goal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Wearable Wrist Rehabilitation Using Dual-Channel FES — Research Proposal</dc:title>
  <dc:subject>PptxGenJS Presentation</dc:subject>
  <dc:creator>Vishnu Thaimachedath Nandakumar, Jeethu Thambi, Thadepalli Nikitha</dc:creator>
  <cp:lastModifiedBy>Vishnu Thaimachedath Nandakumar, Jeethu Thambi, Thadepalli Nikitha</cp:lastModifiedBy>
  <cp:revision>1</cp:revision>
  <dcterms:created xsi:type="dcterms:W3CDTF">2026-07-03T11:45:58Z</dcterms:created>
  <dcterms:modified xsi:type="dcterms:W3CDTF">2026-07-03T11:45:58Z</dcterms:modified>
</cp:coreProperties>
</file>
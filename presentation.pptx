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3D4A82-3405-4D3D-BE2A-3961958AAC6F}" v="3" dt="2026-04-10T12:34:58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nu t n" userId="66b856bd7692f997" providerId="LiveId" clId="{D72377B2-DFD9-481B-9DC0-E57CF795A8EF}"/>
    <pc:docChg chg="custSel addSld delSld modSld">
      <pc:chgData name="vishnu t n" userId="66b856bd7692f997" providerId="LiveId" clId="{D72377B2-DFD9-481B-9DC0-E57CF795A8EF}" dt="2026-04-10T12:34:58.990" v="256"/>
      <pc:docMkLst>
        <pc:docMk/>
      </pc:docMkLst>
      <pc:sldChg chg="modSp mod">
        <pc:chgData name="vishnu t n" userId="66b856bd7692f997" providerId="LiveId" clId="{D72377B2-DFD9-481B-9DC0-E57CF795A8EF}" dt="2026-04-10T10:07:37.124" v="69" actId="20577"/>
        <pc:sldMkLst>
          <pc:docMk/>
          <pc:sldMk cId="3687217977" sldId="256"/>
        </pc:sldMkLst>
        <pc:spChg chg="mod">
          <ac:chgData name="vishnu t n" userId="66b856bd7692f997" providerId="LiveId" clId="{D72377B2-DFD9-481B-9DC0-E57CF795A8EF}" dt="2026-04-10T10:07:37.124" v="69" actId="20577"/>
          <ac:spMkLst>
            <pc:docMk/>
            <pc:sldMk cId="3687217977" sldId="256"/>
            <ac:spMk id="3" creationId="{7DBC2804-5F90-9781-4B45-7C8B7617FD31}"/>
          </ac:spMkLst>
        </pc:spChg>
      </pc:sldChg>
      <pc:sldChg chg="modSp mod">
        <pc:chgData name="vishnu t n" userId="66b856bd7692f997" providerId="LiveId" clId="{D72377B2-DFD9-481B-9DC0-E57CF795A8EF}" dt="2026-04-10T12:34:58.990" v="256"/>
        <pc:sldMkLst>
          <pc:docMk/>
          <pc:sldMk cId="3965417229" sldId="263"/>
        </pc:sldMkLst>
        <pc:spChg chg="mod">
          <ac:chgData name="vishnu t n" userId="66b856bd7692f997" providerId="LiveId" clId="{D72377B2-DFD9-481B-9DC0-E57CF795A8EF}" dt="2026-04-10T12:34:58.990" v="256"/>
          <ac:spMkLst>
            <pc:docMk/>
            <pc:sldMk cId="3965417229" sldId="263"/>
            <ac:spMk id="3" creationId="{FD72B6D7-396A-E6F9-52CF-7C3D48833D2D}"/>
          </ac:spMkLst>
        </pc:spChg>
      </pc:sldChg>
      <pc:sldChg chg="modSp new del mod">
        <pc:chgData name="vishnu t n" userId="66b856bd7692f997" providerId="LiveId" clId="{D72377B2-DFD9-481B-9DC0-E57CF795A8EF}" dt="2026-04-10T10:17:05.889" v="89" actId="2696"/>
        <pc:sldMkLst>
          <pc:docMk/>
          <pc:sldMk cId="102110336" sldId="264"/>
        </pc:sldMkLst>
        <pc:spChg chg="mod">
          <ac:chgData name="vishnu t n" userId="66b856bd7692f997" providerId="LiveId" clId="{D72377B2-DFD9-481B-9DC0-E57CF795A8EF}" dt="2026-04-10T10:16:48.403" v="88" actId="14100"/>
          <ac:spMkLst>
            <pc:docMk/>
            <pc:sldMk cId="102110336" sldId="264"/>
            <ac:spMk id="3" creationId="{FA47F1A2-11BD-DB7B-B591-149EF464FC68}"/>
          </ac:spMkLst>
        </pc:spChg>
      </pc:sldChg>
      <pc:sldChg chg="new del">
        <pc:chgData name="vishnu t n" userId="66b856bd7692f997" providerId="LiveId" clId="{D72377B2-DFD9-481B-9DC0-E57CF795A8EF}" dt="2026-04-10T10:15:25.247" v="75" actId="2696"/>
        <pc:sldMkLst>
          <pc:docMk/>
          <pc:sldMk cId="545717346" sldId="264"/>
        </pc:sldMkLst>
      </pc:sldChg>
      <pc:sldChg chg="new del">
        <pc:chgData name="vishnu t n" userId="66b856bd7692f997" providerId="LiveId" clId="{D72377B2-DFD9-481B-9DC0-E57CF795A8EF}" dt="2026-04-10T10:15:04.864" v="73" actId="2696"/>
        <pc:sldMkLst>
          <pc:docMk/>
          <pc:sldMk cId="986662456" sldId="264"/>
        </pc:sldMkLst>
      </pc:sldChg>
      <pc:sldChg chg="modSp new mod">
        <pc:chgData name="vishnu t n" userId="66b856bd7692f997" providerId="LiveId" clId="{D72377B2-DFD9-481B-9DC0-E57CF795A8EF}" dt="2026-04-10T10:18:00.309" v="121" actId="14100"/>
        <pc:sldMkLst>
          <pc:docMk/>
          <pc:sldMk cId="1620884803" sldId="264"/>
        </pc:sldMkLst>
        <pc:spChg chg="mod">
          <ac:chgData name="vishnu t n" userId="66b856bd7692f997" providerId="LiveId" clId="{D72377B2-DFD9-481B-9DC0-E57CF795A8EF}" dt="2026-04-10T10:18:00.309" v="121" actId="14100"/>
          <ac:spMkLst>
            <pc:docMk/>
            <pc:sldMk cId="1620884803" sldId="264"/>
            <ac:spMk id="2" creationId="{E4FE7D53-D173-E858-AF57-B6E46D8D9350}"/>
          </ac:spMkLst>
        </pc:spChg>
      </pc:sldChg>
      <pc:sldChg chg="new del">
        <pc:chgData name="vishnu t n" userId="66b856bd7692f997" providerId="LiveId" clId="{D72377B2-DFD9-481B-9DC0-E57CF795A8EF}" dt="2026-04-10T10:14:50.641" v="71" actId="2696"/>
        <pc:sldMkLst>
          <pc:docMk/>
          <pc:sldMk cId="2077578504" sldId="264"/>
        </pc:sldMkLst>
      </pc:sldChg>
      <pc:sldChg chg="new del">
        <pc:chgData name="vishnu t n" userId="66b856bd7692f997" providerId="LiveId" clId="{D72377B2-DFD9-481B-9DC0-E57CF795A8EF}" dt="2026-04-10T10:17:20.754" v="91" actId="2696"/>
        <pc:sldMkLst>
          <pc:docMk/>
          <pc:sldMk cId="4244821895" sldId="264"/>
        </pc:sldMkLst>
      </pc:sldChg>
      <pc:sldChg chg="addSp modSp new mod setBg">
        <pc:chgData name="vishnu t n" userId="66b856bd7692f997" providerId="LiveId" clId="{D72377B2-DFD9-481B-9DC0-E57CF795A8EF}" dt="2026-04-10T12:28:51.958" v="249" actId="26606"/>
        <pc:sldMkLst>
          <pc:docMk/>
          <pc:sldMk cId="552874629" sldId="265"/>
        </pc:sldMkLst>
        <pc:spChg chg="mod">
          <ac:chgData name="vishnu t n" userId="66b856bd7692f997" providerId="LiveId" clId="{D72377B2-DFD9-481B-9DC0-E57CF795A8EF}" dt="2026-04-10T12:28:51.958" v="249" actId="26606"/>
          <ac:spMkLst>
            <pc:docMk/>
            <pc:sldMk cId="552874629" sldId="265"/>
            <ac:spMk id="2" creationId="{B38E3E95-09D3-A61A-2586-AEC231F5F271}"/>
          </ac:spMkLst>
        </pc:spChg>
        <pc:spChg chg="mod">
          <ac:chgData name="vishnu t n" userId="66b856bd7692f997" providerId="LiveId" clId="{D72377B2-DFD9-481B-9DC0-E57CF795A8EF}" dt="2026-04-10T12:28:51.958" v="249" actId="26606"/>
          <ac:spMkLst>
            <pc:docMk/>
            <pc:sldMk cId="552874629" sldId="265"/>
            <ac:spMk id="3" creationId="{F618EB41-E636-150E-382A-B5B405F3E5B4}"/>
          </ac:spMkLst>
        </pc:spChg>
        <pc:spChg chg="add">
          <ac:chgData name="vishnu t n" userId="66b856bd7692f997" providerId="LiveId" clId="{D72377B2-DFD9-481B-9DC0-E57CF795A8EF}" dt="2026-04-10T12:28:51.958" v="249" actId="26606"/>
          <ac:spMkLst>
            <pc:docMk/>
            <pc:sldMk cId="552874629" sldId="265"/>
            <ac:spMk id="10" creationId="{0B9EE3F3-89B7-43C3-8651-C4C96830993D}"/>
          </ac:spMkLst>
        </pc:spChg>
        <pc:spChg chg="add">
          <ac:chgData name="vishnu t n" userId="66b856bd7692f997" providerId="LiveId" clId="{D72377B2-DFD9-481B-9DC0-E57CF795A8EF}" dt="2026-04-10T12:28:51.958" v="249" actId="26606"/>
          <ac:spMkLst>
            <pc:docMk/>
            <pc:sldMk cId="552874629" sldId="265"/>
            <ac:spMk id="12" creationId="{33AE4636-AEEC-45D6-84D4-7AC2DA48ECF8}"/>
          </ac:spMkLst>
        </pc:spChg>
        <pc:spChg chg="add">
          <ac:chgData name="vishnu t n" userId="66b856bd7692f997" providerId="LiveId" clId="{D72377B2-DFD9-481B-9DC0-E57CF795A8EF}" dt="2026-04-10T12:28:51.958" v="249" actId="26606"/>
          <ac:spMkLst>
            <pc:docMk/>
            <pc:sldMk cId="552874629" sldId="265"/>
            <ac:spMk id="14" creationId="{8D9CE0F4-2EB2-4F1F-8AAC-DB3571D9FE10}"/>
          </ac:spMkLst>
        </pc:spChg>
        <pc:picChg chg="add mod">
          <ac:chgData name="vishnu t n" userId="66b856bd7692f997" providerId="LiveId" clId="{D72377B2-DFD9-481B-9DC0-E57CF795A8EF}" dt="2026-04-10T12:28:51.958" v="249" actId="26606"/>
          <ac:picMkLst>
            <pc:docMk/>
            <pc:sldMk cId="552874629" sldId="265"/>
            <ac:picMk id="5" creationId="{84079246-5687-9348-B886-BABC1369713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0B3D9-E9E3-46B6-9588-49CEF7F56F3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6CAE8-5033-4818-BA52-1B0A83EB0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61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6CAE8-5033-4818-BA52-1B0A83EB0B7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767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AF18-DD15-0003-38E2-5A65D09D4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6AD283-AE60-ECCD-CC05-4EE49181C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F6B7A-B65C-62DF-A7DA-E88BD2D4E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760D-8774-4E41-B297-D55B859E071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595FA-CE4B-0FA5-E383-6D12FB4A1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3152F-5CAE-28D7-A848-9720CD8F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B5302-5EFE-418D-A6F5-7968CB8CE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22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4517F-E1D6-410E-D951-3215FCFB5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33D1D-8D0B-6D48-53E3-575EE90BC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790FE-3261-129E-E323-5A1423F1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760D-8774-4E41-B297-D55B859E071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3A7AF-E71D-7147-A398-66395E51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586D4-00D0-D057-FF4D-B99D392D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B5302-5EFE-418D-A6F5-7968CB8CE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55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213A2-C352-B81D-1E1E-2F373C58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CD1BC-159C-6B84-D912-60A601CD0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36F94-4130-D5E4-1568-657AF455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760D-8774-4E41-B297-D55B859E071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00CA7-6CEC-F28A-99A0-5A40DBB7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23D20-2F6D-C613-0838-07B0C35C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B5302-5EFE-418D-A6F5-7968CB8CE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052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93FC-1692-8A74-6A6E-80551CC5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2B8A1-E139-3889-1872-9A88272AF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05170-44B2-A00A-B1E7-A08B3AB8C9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8EED4-35B7-143C-FE9C-F115953E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760D-8774-4E41-B297-D55B859E071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13381-2722-7560-4390-3E88C3ED4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8E9D1-98CF-778B-5284-7F62E6AB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B5302-5EFE-418D-A6F5-7968CB8CE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329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C105-8348-A20E-6398-792640AD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DA049-0331-7E23-D29C-DA16E59A4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4D68E-2810-340A-94C6-BD0D66969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2DCE2-919E-33E8-B3B1-B20C62A60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88BAAB-2407-0E01-8771-493B46830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434CD3-4507-E004-04D5-EB43B6743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760D-8774-4E41-B297-D55B859E071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D0B25-8500-BBDD-937C-56FE4C04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48A5D-CC62-EC0A-2D67-D59B2193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B5302-5EFE-418D-A6F5-7968CB8CE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354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59ED-BAC7-1013-41E0-C63E36F3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9D99F5-200D-D842-1B3F-543DA175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760D-8774-4E41-B297-D55B859E071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6D642-88C7-75B9-C445-F48402E87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6416E-AB47-A27D-1350-B17FDC3F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B5302-5EFE-418D-A6F5-7968CB8CE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2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68669B-7E17-BC55-0FA6-005985992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760D-8774-4E41-B297-D55B859E071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E774A-6C81-78AD-6C8F-A2B737BF8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C9202-A3E5-F481-F21B-7252DEA9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B5302-5EFE-418D-A6F5-7968CB8CE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251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0B7E-1203-0EB7-42AC-476921B04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EECB4-F9FD-3356-D148-F4A6DCD10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0CE23-3CBB-B318-F146-0F7A5B5E0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8920F-57C9-4B1D-C86D-ECCA98D53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760D-8774-4E41-B297-D55B859E071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C8C92-5345-4350-8661-806381FA5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A4B1F-60F0-8143-7D0E-CE11847F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B5302-5EFE-418D-A6F5-7968CB8CE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226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ADA0-D516-BCB6-64AC-4B898DC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DA1D84-E8CA-2B1C-BE27-4496B1146B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DD627-5E5B-E449-6325-DA9FE1488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26187-50D5-7847-08EF-51CB43510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760D-8774-4E41-B297-D55B859E071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20053-7DA9-207A-E1B4-20947B5A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469D5-776B-E30B-57D2-EC1AB05E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B5302-5EFE-418D-A6F5-7968CB8CE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748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AC4AD-5E06-45AC-415E-7F33E7D85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A964C-FFE5-3710-587E-A348ADB90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A5284-B546-61D9-DC68-DD9F56D5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760D-8774-4E41-B297-D55B859E071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2ECAE-F51A-1C99-D1E6-897A6C9C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27E10-152B-7FDB-1088-6C0228A1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B5302-5EFE-418D-A6F5-7968CB8CE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38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A1612F-DB36-6496-A00C-380340346D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0C3EA-671F-8CC4-921A-B2CD237A1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DFC6A-3F78-9100-8D12-39DA6008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760D-8774-4E41-B297-D55B859E071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F5F23-A75D-8838-5A1C-6D342076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B65D3-73BF-9182-8D1A-1510B5513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B5302-5EFE-418D-A6F5-7968CB8CE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99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ACFA8A-1B50-67C1-D294-C8C9A08BC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22CEA-D866-6DB0-754B-B6D0ECA24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A9C5E-E60A-411E-4EAB-BC4D46C49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9760D-8774-4E41-B297-D55B859E071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9D525-58AA-0464-CEA8-EB12DE2F0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28D4F-8636-A6E8-1D47-42056A36F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B5302-5EFE-418D-A6F5-7968CB8CE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42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2" name="Rectangle 105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aeboGlove">
            <a:extLst>
              <a:ext uri="{FF2B5EF4-FFF2-40B4-BE49-F238E27FC236}">
                <a16:creationId xmlns:a16="http://schemas.microsoft.com/office/drawing/2014/main" id="{91E6DBC1-B4A1-5740-F0C4-CF6C8C9F5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1" r="32005" b="1867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4" name="Rectangle 105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7F4EB-6AE5-70FE-ED7B-0B17C23FF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88929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Haptic Glove used for Rehabilitation</a:t>
            </a:r>
            <a:endParaRPr lang="en-IN" sz="4800" b="1" dirty="0">
              <a:latin typeface="Times New Roman" panose="02020603050405020304" pitchFamily="18" charset="0"/>
              <a:ea typeface="ADLaM Display" panose="020F0502020204030204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BC2804-5F90-9781-4B45-7C8B7617F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Vishnu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Thaimachedath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Nandakumar</a:t>
            </a:r>
          </a:p>
          <a:p>
            <a:pPr algn="l">
              <a:lnSpc>
                <a:spcPct val="11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(12405702)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Jeethu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Thambi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(12500149)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217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C20D-C7C2-4E22-4A07-5F3CFA360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40273-8AEB-7E4C-F77E-1870E16FF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rehab is slow after injury or stroke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need feedback to improve finger movement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Haptic gloves give force and vibration cues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devices let patients practice at home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28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E861-1EAD-6959-0F1F-6F3439BB7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6FB9-91C3-8E92-25FA-AFF081E0C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wearable haptic glove for interactive hand rehabilitation that provides real-time force and vibrotactile feedback, tracks finger motion and grip strength, and ensures safe, portable, and effective therapy for patients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21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957E-D7B4-DAF7-C292-12F6B5085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59C5E-D56F-501B-E8CB-DC6DE40C3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8457"/>
            <a:ext cx="10515600" cy="545850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feel resistance and guidance in finger movement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finger motion and grip force automatically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therapy effectiveness and engagement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3070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9C21-94E4-BE54-3735-1BDE1C84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Haptic Concept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AEC57-01F3-A9F0-4A85-3E96120F5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feedback: tendon-driven servo system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Vibrotactile feedback: small motors on fingertips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Closed-loop control: sensors → MCU → actuators → user → sensors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017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E3E95-09D3-A61A-2586-AEC231F5F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endParaRPr lang="en-IN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8EB41-E636-150E-382A-B5B405F3E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/>
              <a:t>Servo Motors</a:t>
            </a:r>
          </a:p>
          <a:p>
            <a:r>
              <a:rPr lang="en-US" sz="1800"/>
              <a:t>Flex Sensors</a:t>
            </a:r>
          </a:p>
          <a:p>
            <a:r>
              <a:rPr lang="en-US" sz="1800"/>
              <a:t>Force sensors</a:t>
            </a:r>
          </a:p>
          <a:p>
            <a:r>
              <a:rPr lang="en-US" sz="1800"/>
              <a:t>Teensy 4.1</a:t>
            </a:r>
          </a:p>
          <a:p>
            <a:r>
              <a:rPr lang="en-US" sz="1800"/>
              <a:t>Vibration Motors</a:t>
            </a:r>
          </a:p>
          <a:p>
            <a:r>
              <a:rPr lang="en-US" sz="1800"/>
              <a:t>Battery</a:t>
            </a:r>
          </a:p>
          <a:p>
            <a:r>
              <a:rPr lang="en-US" sz="1800"/>
              <a:t>Voltage Regulator</a:t>
            </a:r>
            <a:endParaRPr lang="en-IN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079246-5687-9348-B886-BABC13697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324286"/>
            <a:ext cx="6440424" cy="415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74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79C5-B926-A01C-C7F7-8D04E3AA3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Measures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39F1F-907B-5E61-F540-6BE29D69D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servo torque to safe levels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 finger joint motion to anatomical limits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soft glove material to prevent pinching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Low-voltage regulated power Emergency disconnect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156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FC8C-E9C8-5E58-192C-C99EE21C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24272-4F86-A887-D6B0-716D72606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5-finger full-hand glove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haptic feedback for personalized therapy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rehabilitation software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Home-based patient monitoring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621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002E4-29CC-535D-62D1-1A0683092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2B6D7-396A-E6F9-52CF-7C3D48833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Fernández-Vázquez, D., Cano-de-la-</a:t>
            </a:r>
            <a:r>
              <a:rPr lang="en-IN" dirty="0" err="1"/>
              <a:t>Cuerda</a:t>
            </a:r>
            <a:r>
              <a:rPr lang="en-IN" dirty="0"/>
              <a:t>, R., Navarro-López, V. (2022). Haptic glove systems in stroke rehabilitation. Int. J. Environ. Res. Public Health, 19, 10378.</a:t>
            </a:r>
          </a:p>
          <a:p>
            <a:pPr algn="just"/>
            <a:r>
              <a:rPr lang="en-IN" dirty="0"/>
              <a:t>Placidi, G., Di Matteo, A., Lozzi, D., Polsinelli, M., Theodoridou, E. (2023). Patient–Therapist Cooperative Hand Telerehabilitation. </a:t>
            </a:r>
            <a:r>
              <a:rPr lang="en-IN"/>
              <a:t>Sensors, 23, 3463.</a:t>
            </a:r>
          </a:p>
          <a:p>
            <a:pPr algn="just"/>
            <a:r>
              <a:rPr lang="en-US"/>
              <a:t>Li, F., Chen, J., Ye, G., et al. (2023). Soft robotic glove with sensing and force feedback for VR rehabilitation. Biomimetics, 8, 83.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41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7D53-D173-E858-AF57-B6E46D8D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1389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884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315</Words>
  <Application>Microsoft Office PowerPoint</Application>
  <PresentationFormat>Widescreen</PresentationFormat>
  <Paragraphs>47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Office Theme</vt:lpstr>
      <vt:lpstr>Haptic Glove used for Rehabilitation</vt:lpstr>
      <vt:lpstr>Introduction</vt:lpstr>
      <vt:lpstr>Aim</vt:lpstr>
      <vt:lpstr>Expected Outcomes </vt:lpstr>
      <vt:lpstr>Haptic Concept </vt:lpstr>
      <vt:lpstr>Components</vt:lpstr>
      <vt:lpstr>Safety Measures</vt:lpstr>
      <vt:lpstr>Future Scope</vt:lpstr>
      <vt:lpstr>Reference</vt:lpstr>
      <vt:lpstr>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t n</dc:creator>
  <cp:lastModifiedBy>vishnu t n</cp:lastModifiedBy>
  <cp:revision>1</cp:revision>
  <dcterms:created xsi:type="dcterms:W3CDTF">2026-04-09T19:18:27Z</dcterms:created>
  <dcterms:modified xsi:type="dcterms:W3CDTF">2026-04-10T12:34:59Z</dcterms:modified>
</cp:coreProperties>
</file>